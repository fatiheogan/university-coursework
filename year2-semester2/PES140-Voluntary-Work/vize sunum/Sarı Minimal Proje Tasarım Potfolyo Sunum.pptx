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96760" y="5650003"/>
            <a:ext cx="6861175" cy="1172637"/>
          </a:xfrm>
          <a:custGeom>
            <a:avLst/>
            <a:gdLst/>
            <a:ahLst/>
            <a:cxnLst/>
            <a:rect r="r" b="b" t="t" l="l"/>
            <a:pathLst>
              <a:path h="1172637" w="6861175">
                <a:moveTo>
                  <a:pt x="0" y="0"/>
                </a:moveTo>
                <a:lnTo>
                  <a:pt x="6861175" y="0"/>
                </a:lnTo>
                <a:lnTo>
                  <a:pt x="6861175" y="1172637"/>
                </a:lnTo>
                <a:lnTo>
                  <a:pt x="0" y="117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7743" y="2736360"/>
            <a:ext cx="7327536" cy="1798577"/>
          </a:xfrm>
          <a:custGeom>
            <a:avLst/>
            <a:gdLst/>
            <a:ahLst/>
            <a:cxnLst/>
            <a:rect r="r" b="b" t="t" l="l"/>
            <a:pathLst>
              <a:path h="1798577" w="7327536">
                <a:moveTo>
                  <a:pt x="0" y="0"/>
                </a:moveTo>
                <a:lnTo>
                  <a:pt x="7327536" y="0"/>
                </a:lnTo>
                <a:lnTo>
                  <a:pt x="7327536" y="1798577"/>
                </a:lnTo>
                <a:lnTo>
                  <a:pt x="0" y="1798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90" y="17745"/>
            <a:ext cx="3568076" cy="2021910"/>
          </a:xfrm>
          <a:custGeom>
            <a:avLst/>
            <a:gdLst/>
            <a:ahLst/>
            <a:cxnLst/>
            <a:rect r="r" b="b" t="t" l="l"/>
            <a:pathLst>
              <a:path h="2021910" w="3568076">
                <a:moveTo>
                  <a:pt x="0" y="0"/>
                </a:moveTo>
                <a:lnTo>
                  <a:pt x="3568076" y="0"/>
                </a:lnTo>
                <a:lnTo>
                  <a:pt x="3568076" y="2021910"/>
                </a:lnTo>
                <a:lnTo>
                  <a:pt x="0" y="2021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04903" y="4677812"/>
            <a:ext cx="1187819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b="true" sz="50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Öğrenci Yurdu Erişilebilirlik Projesi: </a:t>
            </a:r>
            <a:r>
              <a:rPr lang="en-US" sz="5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5000" u="none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asamak Asansörü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53972"/>
            <a:ext cx="162306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6F6F6"/>
                </a:solidFill>
                <a:latin typeface="Montserrat"/>
                <a:ea typeface="Montserrat"/>
                <a:cs typeface="Montserrat"/>
                <a:sym typeface="Montserrat"/>
              </a:rPr>
              <a:t>ASUDE ZEYNEP DİKİCİ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911" y="3434657"/>
            <a:ext cx="14930178" cy="2598147"/>
            <a:chOff x="0" y="0"/>
            <a:chExt cx="19906904" cy="34641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464196" cy="346419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786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895035" y="0"/>
              <a:ext cx="3464196" cy="346419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78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972848" y="0"/>
              <a:ext cx="3464196" cy="346419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78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9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732098" y="0"/>
              <a:ext cx="1986196" cy="3276200"/>
            </a:xfrm>
            <a:custGeom>
              <a:avLst/>
              <a:gdLst/>
              <a:ahLst/>
              <a:cxnLst/>
              <a:rect r="r" b="b" t="t" l="l"/>
              <a:pathLst>
                <a:path h="3276200" w="1986196">
                  <a:moveTo>
                    <a:pt x="0" y="0"/>
                  </a:moveTo>
                  <a:lnTo>
                    <a:pt x="1986196" y="0"/>
                  </a:lnTo>
                  <a:lnTo>
                    <a:pt x="1986196" y="3276200"/>
                  </a:lnTo>
                  <a:lnTo>
                    <a:pt x="0" y="32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267964" y="541361"/>
              <a:ext cx="3033069" cy="2562337"/>
            </a:xfrm>
            <a:custGeom>
              <a:avLst/>
              <a:gdLst/>
              <a:ahLst/>
              <a:cxnLst/>
              <a:rect r="r" b="b" t="t" l="l"/>
              <a:pathLst>
                <a:path h="2562337" w="3033069">
                  <a:moveTo>
                    <a:pt x="0" y="0"/>
                  </a:moveTo>
                  <a:lnTo>
                    <a:pt x="3033068" y="0"/>
                  </a:lnTo>
                  <a:lnTo>
                    <a:pt x="3033068" y="2562337"/>
                  </a:lnTo>
                  <a:lnTo>
                    <a:pt x="0" y="2562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7360557" y="792888"/>
              <a:ext cx="2546347" cy="2310810"/>
            </a:xfrm>
            <a:custGeom>
              <a:avLst/>
              <a:gdLst/>
              <a:ahLst/>
              <a:cxnLst/>
              <a:rect r="r" b="b" t="t" l="l"/>
              <a:pathLst>
                <a:path h="2310810" w="2546347">
                  <a:moveTo>
                    <a:pt x="0" y="0"/>
                  </a:moveTo>
                  <a:lnTo>
                    <a:pt x="2546347" y="0"/>
                  </a:lnTo>
                  <a:lnTo>
                    <a:pt x="2546347" y="2310810"/>
                  </a:lnTo>
                  <a:lnTo>
                    <a:pt x="0" y="231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1028700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Sorunun Tanımı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531244"/>
            <a:ext cx="9573813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GTÜ kız öğrenci yurdunun sadece merdivenle ulaşılabilen blok girişleri öğrencilerin günlük hayatları üzerinde zorluk yaratıyor.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50" y="3079741"/>
            <a:ext cx="990590" cy="99059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6F6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78100" y="5577044"/>
            <a:ext cx="990590" cy="99059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6F6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47125" y="7855694"/>
            <a:ext cx="990590" cy="99059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6F6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223757" y="1654796"/>
            <a:ext cx="7678493" cy="8835086"/>
          </a:xfrm>
          <a:custGeom>
            <a:avLst/>
            <a:gdLst/>
            <a:ahLst/>
            <a:cxnLst/>
            <a:rect r="r" b="b" t="t" l="l"/>
            <a:pathLst>
              <a:path h="8835086" w="7678493">
                <a:moveTo>
                  <a:pt x="0" y="0"/>
                </a:moveTo>
                <a:lnTo>
                  <a:pt x="7678493" y="0"/>
                </a:lnTo>
                <a:lnTo>
                  <a:pt x="7678493" y="8835087"/>
                </a:lnTo>
                <a:lnTo>
                  <a:pt x="0" y="8835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28700"/>
            <a:ext cx="683685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Projenin Amacı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9666" y="2982581"/>
            <a:ext cx="346195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Engelli bireylerin de bu yurtta yaşamlarını sürdürebilmesini sağlamak.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68690" y="5479884"/>
            <a:ext cx="346195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Tüm öğrencil</a:t>
            </a:r>
            <a:r>
              <a:rPr lang="en-US" sz="2400" u="none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er için güvenli, pratik ve rahat bir ulaşım imkânı yaratmak.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37715" y="7918549"/>
            <a:ext cx="3461950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Ekonomik,</a:t>
            </a:r>
            <a:r>
              <a:rPr lang="en-US" sz="2400" u="none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 estetik ve uygulanabilir bir çözüm geliştirmek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0712" y="5336961"/>
            <a:ext cx="6113981" cy="4585486"/>
          </a:xfrm>
          <a:custGeom>
            <a:avLst/>
            <a:gdLst/>
            <a:ahLst/>
            <a:cxnLst/>
            <a:rect r="r" b="b" t="t" l="l"/>
            <a:pathLst>
              <a:path h="4585486" w="6113981">
                <a:moveTo>
                  <a:pt x="0" y="0"/>
                </a:moveTo>
                <a:lnTo>
                  <a:pt x="6113981" y="0"/>
                </a:lnTo>
                <a:lnTo>
                  <a:pt x="6113981" y="4585485"/>
                </a:lnTo>
                <a:lnTo>
                  <a:pt x="0" y="4585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80712" y="361358"/>
            <a:ext cx="6113981" cy="4585486"/>
          </a:xfrm>
          <a:custGeom>
            <a:avLst/>
            <a:gdLst/>
            <a:ahLst/>
            <a:cxnLst/>
            <a:rect r="r" b="b" t="t" l="l"/>
            <a:pathLst>
              <a:path h="4585486" w="6113981">
                <a:moveTo>
                  <a:pt x="0" y="0"/>
                </a:moveTo>
                <a:lnTo>
                  <a:pt x="6113981" y="0"/>
                </a:lnTo>
                <a:lnTo>
                  <a:pt x="6113981" y="4585486"/>
                </a:lnTo>
                <a:lnTo>
                  <a:pt x="0" y="4585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399156"/>
            <a:ext cx="7656694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 ALANI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799592"/>
            <a:ext cx="765669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B Blok ve Sosyal Tesis Girişleri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704467"/>
            <a:ext cx="7656694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Yurtta bulunan sekiz girişten ikisi: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5151" y="562942"/>
            <a:ext cx="5933698" cy="4431496"/>
          </a:xfrm>
          <a:custGeom>
            <a:avLst/>
            <a:gdLst/>
            <a:ahLst/>
            <a:cxnLst/>
            <a:rect r="r" b="b" t="t" l="l"/>
            <a:pathLst>
              <a:path h="4431496" w="5933698">
                <a:moveTo>
                  <a:pt x="0" y="0"/>
                </a:moveTo>
                <a:lnTo>
                  <a:pt x="5933698" y="0"/>
                </a:lnTo>
                <a:lnTo>
                  <a:pt x="5933698" y="4431496"/>
                </a:lnTo>
                <a:lnTo>
                  <a:pt x="0" y="4431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5151" y="5415690"/>
            <a:ext cx="5933698" cy="4427451"/>
          </a:xfrm>
          <a:custGeom>
            <a:avLst/>
            <a:gdLst/>
            <a:ahLst/>
            <a:cxnLst/>
            <a:rect r="r" b="b" t="t" l="l"/>
            <a:pathLst>
              <a:path h="4427451" w="5933698">
                <a:moveTo>
                  <a:pt x="0" y="0"/>
                </a:moveTo>
                <a:lnTo>
                  <a:pt x="5933698" y="0"/>
                </a:lnTo>
                <a:lnTo>
                  <a:pt x="5933698" y="4427452"/>
                </a:lnTo>
                <a:lnTo>
                  <a:pt x="0" y="4427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71691" y="562942"/>
            <a:ext cx="4489978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ÇÖZÜM: 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71691" y="3025624"/>
            <a:ext cx="7291121" cy="272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Nedir?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Merdivene monte edilen raylı bir sistem üzerinde hareket eden bir platform.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Katlanabilir, güvenli ve kullanıcı dostu bir yapıya sahiptir.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71691" y="1885012"/>
            <a:ext cx="775835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  <a:spcBef>
                <a:spcPct val="0"/>
              </a:spcBef>
            </a:pPr>
            <a:r>
              <a:rPr lang="en-US" sz="3000" spc="6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BASAMAK ASANSÖRÜ SISTEMI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1691" y="5949322"/>
            <a:ext cx="7291121" cy="428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Avantajları: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Erişilebilirliği sağlar: Engelli öğrenciler için bağımsız yaşam alanı.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Kolaylık sunar: Bavul, koli, alışveriş poşeti taşımada rahatlık.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Yapıya zarar vermez: Mevcut mimariye entegre ed</a:t>
            </a: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ilir.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Geri dönüşü olan bir yatırım: Öğrenci memnuniyeti artar.</a:t>
            </a:r>
          </a:p>
          <a:p>
            <a:pPr algn="l">
              <a:lnSpc>
                <a:spcPts val="31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3848311"/>
            <a:ext cx="16230600" cy="0"/>
          </a:xfrm>
          <a:prstGeom prst="line">
            <a:avLst/>
          </a:prstGeom>
          <a:ln cap="flat" w="38100">
            <a:solidFill>
              <a:srgbClr val="2E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64930" y="4592220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08128" y="4592220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29246" y="4592220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10911" y="3104401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20" y="0"/>
                </a:lnTo>
                <a:lnTo>
                  <a:pt x="1487820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54109" y="3086546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20" y="0"/>
                </a:lnTo>
                <a:lnTo>
                  <a:pt x="1487820" y="1487820"/>
                </a:lnTo>
                <a:lnTo>
                  <a:pt x="0" y="148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75227" y="3104401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20" y="0"/>
                </a:lnTo>
                <a:lnTo>
                  <a:pt x="1487820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932742" y="5526866"/>
            <a:ext cx="437279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Mod</a:t>
            </a:r>
            <a:r>
              <a:rPr lang="en-US" sz="3200" i="true" u="non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el Seçimi ve Uygunluk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9194" y="5526866"/>
            <a:ext cx="4057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Tek</a:t>
            </a:r>
            <a:r>
              <a:rPr lang="en-US" sz="3200" i="true" u="non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nik İnceleme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9460" y="5526866"/>
            <a:ext cx="40576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İhtiyaç Analizi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888941"/>
            <a:ext cx="3366401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Yurt yönetimi ve öğrencilerle görüşmeler yapılarak sorunlar netleştirilir.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33571"/>
            <a:ext cx="162306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TASARIM</a:t>
            </a:r>
            <a:r>
              <a:rPr lang="en-US" sz="5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 ve </a:t>
            </a:r>
            <a:r>
              <a:rPr lang="en-US" sz="50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MÜHENDİSLİK</a:t>
            </a:r>
            <a:r>
              <a:rPr lang="en-US" sz="5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 SÜRECİ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14818" y="6888941"/>
            <a:ext cx="336640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Merdivenlerin ölçümleri ve taşıyıcı sistem analizi yapılır.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10065" y="6888941"/>
            <a:ext cx="6337726" cy="194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Piyasadaki sistemler incelenir.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TS EN 81-40 standartlarına uygun model belirlenir.</a:t>
            </a:r>
          </a:p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Teknik çizimler ve montaj planı hazırlanır.</a:t>
            </a:r>
          </a:p>
          <a:p>
            <a:pPr algn="ctr">
              <a:lnSpc>
                <a:spcPts val="31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710065" y="9534986"/>
            <a:ext cx="6170518" cy="45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*TS EN 81-40 standardı, özellikle engelli bireylerin tekerlekli sandalye ile ya da ayakta kullanabildiği platform asansörleri için geçerlidir.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4850" y="2592016"/>
            <a:ext cx="1489396" cy="1489396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C5C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4525" y="4081411"/>
            <a:ext cx="2316131" cy="2316131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18F7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83432" y="4562377"/>
            <a:ext cx="921626" cy="921626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651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879202" y="6510271"/>
            <a:ext cx="921626" cy="921626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E2D2D"/>
            </a:solidFill>
          </p:spPr>
        </p:sp>
      </p:grpSp>
      <p:sp>
        <p:nvSpPr>
          <p:cNvPr name="AutoShape 10" id="10"/>
          <p:cNvSpPr/>
          <p:nvPr/>
        </p:nvSpPr>
        <p:spPr>
          <a:xfrm>
            <a:off x="4504245" y="6990252"/>
            <a:ext cx="962386" cy="0"/>
          </a:xfrm>
          <a:prstGeom prst="line">
            <a:avLst/>
          </a:prstGeom>
          <a:ln cap="rnd" w="19050">
            <a:solidFill>
              <a:srgbClr val="2E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5643279" y="5023190"/>
            <a:ext cx="1038634" cy="0"/>
          </a:xfrm>
          <a:prstGeom prst="line">
            <a:avLst/>
          </a:prstGeom>
          <a:ln cap="rnd" w="19050">
            <a:solidFill>
              <a:srgbClr val="2E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044798" y="3346239"/>
            <a:ext cx="1038634" cy="0"/>
          </a:xfrm>
          <a:prstGeom prst="line">
            <a:avLst/>
          </a:prstGeom>
          <a:ln cap="rnd" w="19050">
            <a:solidFill>
              <a:srgbClr val="2E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878900" y="4670765"/>
            <a:ext cx="1871329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Montaj ve işçilik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62025"/>
            <a:ext cx="1111791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b="true" sz="5000" spc="10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BÜTÇE </a:t>
            </a:r>
            <a:r>
              <a:rPr lang="en-US" sz="5000" spc="1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VE </a:t>
            </a:r>
            <a:r>
              <a:rPr lang="en-US" b="true" sz="5000" spc="10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FİNANSMAN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24476" y="6256709"/>
            <a:ext cx="341952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Elektrik bağlantısı ve altyapı çalışmaları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63663" y="2976660"/>
            <a:ext cx="306983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Asansör sistemi temini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6433" y="4805414"/>
            <a:ext cx="250841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i="true" spc="420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Maliyet Kalemleri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63358" y="3439252"/>
            <a:ext cx="5495942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336" b="true">
                <a:solidFill>
                  <a:srgbClr val="2E2D2D">
                    <a:alpha val="84706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Finansman Kaynakları: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Yurt yönetimi bütçesi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Yerel yönetim destekleri ve hibeleri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 spc="336">
                <a:solidFill>
                  <a:srgbClr val="2E2D2D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Vakıf ve dernek destekleri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96483" y="1117096"/>
            <a:ext cx="6823210" cy="8052809"/>
          </a:xfrm>
          <a:custGeom>
            <a:avLst/>
            <a:gdLst/>
            <a:ahLst/>
            <a:cxnLst/>
            <a:rect r="r" b="b" t="t" l="l"/>
            <a:pathLst>
              <a:path h="8052809" w="6823210">
                <a:moveTo>
                  <a:pt x="0" y="0"/>
                </a:moveTo>
                <a:lnTo>
                  <a:pt x="6823210" y="0"/>
                </a:lnTo>
                <a:lnTo>
                  <a:pt x="6823210" y="8052808"/>
                </a:lnTo>
                <a:lnTo>
                  <a:pt x="0" y="8052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1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02517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GÖRSELLEŞTIRME ÇALIŞMASI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244907"/>
            <a:ext cx="385236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ERIŞILEBILIRLIK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8700"/>
            <a:ext cx="13709957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Bu proje sadece teknik bir çözüm değil; eşit yaşam hakkının savunulmasıdır.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0349" y="8244907"/>
            <a:ext cx="231503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KOLAYLIK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4661" y="8244907"/>
            <a:ext cx="416463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MODERNIZASYON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723943" y="1935102"/>
            <a:ext cx="6492240" cy="0"/>
          </a:xfrm>
          <a:prstGeom prst="line">
            <a:avLst/>
          </a:prstGeom>
          <a:ln cap="flat" w="38100">
            <a:solidFill>
              <a:srgbClr val="2E2D2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723943" y="3940298"/>
            <a:ext cx="6492240" cy="0"/>
          </a:xfrm>
          <a:prstGeom prst="line">
            <a:avLst/>
          </a:prstGeom>
          <a:ln cap="flat" w="38100">
            <a:solidFill>
              <a:srgbClr val="2E2D2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0723943" y="6039170"/>
            <a:ext cx="6492240" cy="0"/>
          </a:xfrm>
          <a:prstGeom prst="line">
            <a:avLst/>
          </a:prstGeom>
          <a:ln cap="flat" w="38100">
            <a:solidFill>
              <a:srgbClr val="2E2D2D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7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23943" y="857881"/>
            <a:ext cx="1208198" cy="924821"/>
          </a:xfrm>
          <a:custGeom>
            <a:avLst/>
            <a:gdLst/>
            <a:ahLst/>
            <a:cxnLst/>
            <a:rect r="r" b="b" t="t" l="l"/>
            <a:pathLst>
              <a:path h="924821" w="1208198">
                <a:moveTo>
                  <a:pt x="0" y="0"/>
                </a:moveTo>
                <a:lnTo>
                  <a:pt x="1208198" y="0"/>
                </a:lnTo>
                <a:lnTo>
                  <a:pt x="1208198" y="924821"/>
                </a:lnTo>
                <a:lnTo>
                  <a:pt x="0" y="924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46410" y="8496300"/>
            <a:ext cx="339759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Kaynakça: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3943" y="2106552"/>
            <a:ext cx="6694609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00" i="true" spc="590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Asansör Fotoğrafları:</a:t>
            </a:r>
          </a:p>
          <a:p>
            <a:pPr algn="ctr" marL="0" indent="0" lvl="0">
              <a:lnSpc>
                <a:spcPts val="3250"/>
              </a:lnSpc>
              <a:spcBef>
                <a:spcPct val="0"/>
              </a:spcBef>
            </a:pPr>
            <a:r>
              <a:rPr lang="en-US" sz="2500" i="true" spc="590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https://www.erimas.com.tr/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23943" y="4302248"/>
            <a:ext cx="6694609" cy="80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500" i="true" spc="590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AI Fotoğraf:</a:t>
            </a:r>
          </a:p>
          <a:p>
            <a:pPr algn="ctr" marL="0" indent="0" lvl="0">
              <a:lnSpc>
                <a:spcPts val="3250"/>
              </a:lnSpc>
              <a:spcBef>
                <a:spcPct val="0"/>
              </a:spcBef>
            </a:pPr>
            <a:r>
              <a:rPr lang="en-US" sz="2500" i="true" spc="590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https://chatgpt.com/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51573"/>
            <a:ext cx="7315200" cy="1250234"/>
          </a:xfrm>
          <a:custGeom>
            <a:avLst/>
            <a:gdLst/>
            <a:ahLst/>
            <a:cxnLst/>
            <a:rect r="r" b="b" t="t" l="l"/>
            <a:pathLst>
              <a:path h="1250234" w="7315200">
                <a:moveTo>
                  <a:pt x="0" y="0"/>
                </a:moveTo>
                <a:lnTo>
                  <a:pt x="7315200" y="0"/>
                </a:lnTo>
                <a:lnTo>
                  <a:pt x="7315200" y="1250234"/>
                </a:lnTo>
                <a:lnTo>
                  <a:pt x="0" y="1250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65650" y="2471855"/>
            <a:ext cx="7822350" cy="1920031"/>
          </a:xfrm>
          <a:custGeom>
            <a:avLst/>
            <a:gdLst/>
            <a:ahLst/>
            <a:cxnLst/>
            <a:rect r="r" b="b" t="t" l="l"/>
            <a:pathLst>
              <a:path h="1920031" w="7822350">
                <a:moveTo>
                  <a:pt x="0" y="0"/>
                </a:moveTo>
                <a:lnTo>
                  <a:pt x="7822350" y="0"/>
                </a:lnTo>
                <a:lnTo>
                  <a:pt x="7822350" y="1920031"/>
                </a:lnTo>
                <a:lnTo>
                  <a:pt x="0" y="19200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55767"/>
            <a:ext cx="162306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Teşekkürler!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DAGkQxJxaMY</dc:identifier>
  <dcterms:modified xsi:type="dcterms:W3CDTF">2011-08-01T06:04:30Z</dcterms:modified>
  <cp:revision>1</cp:revision>
  <dc:title>Sarı Minimal Proje Tasarım Potfolyo Sunum</dc:title>
</cp:coreProperties>
</file>
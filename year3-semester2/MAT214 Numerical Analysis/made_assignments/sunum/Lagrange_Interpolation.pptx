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Georgia"/>
              </a:rPr>
              <a:t>Maximum relative error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relative error (%)</c:v>
                </c:pt>
              </c:strCache>
            </c:strRef>
          </c:tx>
          <c:spPr>
            <a:solidFill>
              <a:srgbClr val="1C7293">
                <a:alpha val="9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cos(x)</c:v>
                  </c:pt>
                  <c:pt idx="1">
                    <c:v>1/(1+x²)  Runge</c:v>
                  </c:pt>
                  <c:pt idx="2">
                    <c:v>ln(x)·√x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1.1412</c:v>
                </c:pt>
                <c:pt idx="1">
                  <c:v>35.2886</c:v>
                </c:pt>
                <c:pt idx="2">
                  <c:v>0.588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9C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Lagrange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Interpolation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reconstruction of cos(x), 1/(1+x²), and ln(x)·√x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5120640"/>
            <a:ext cx="36576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Interpolation?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set of known data points (xᵢ, yᵢ), interpolation finds a function — usually a polynomial — that passes through every point exactly. We then use that polynomial to estimate the underlying function at intermediate values of x.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3474720" cy="1737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108960"/>
            <a:ext cx="73152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Reconstruct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703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a smooth curve from discrete measurements.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3108960"/>
            <a:ext cx="3474720" cy="1737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3108960"/>
            <a:ext cx="73152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3703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values of f(x) between known sample points.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3108960"/>
            <a:ext cx="3474720" cy="1737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3108960"/>
            <a:ext cx="73152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Approximate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83880" y="3703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complicated f(x) with a simple polynomial.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0" y="1188720"/>
            <a:ext cx="3931920" cy="164592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0" y="1691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n + 1 distinct points there is exactly one polynomial of degree ≤ n that passes through all of them.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Lagrange's method gives this polynomial in a closed, easy-to-evaluate form.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 ·  Numerical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Lagrange Formula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 + 1 data points  (x₀, y₀), (x₁, y₁), …, (xₙ, yₙ):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 =  Σᵢ₌₀ⁿ  yᵢ · Lᵢ(x)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Lᵢ(x)  =  Π  (x − xⱼ) / (xᵢ − xⱼ)     for all j ≠ 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3474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Lᵢ(xᵢ) =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basis polynomial equals 1 at its own node and 0 at every other node.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3474720"/>
            <a:ext cx="3474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36576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P(xₖ) = yₖ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42519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the property above, P(x) passes exactly through every data point.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3474720"/>
            <a:ext cx="3474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36576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2396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Degree ≤ 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0" y="42519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is a polynomial of degree at most n — the lowest-degree fit through n+1 points.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 we use n + 1 = 4 nodes (degree 3 polynomial) for all three functions.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 ·  Numerical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Method Works — A Tiny Example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we are given three points  (0, 1), (1, 3), (2, 2).  Find P(x).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11880" cy="42062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36118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Build the basis polynomials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L₀(x) = (x−1)(x−2) / ((0−1)(0−2))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(x−1)(x−2) / 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L₁(x) = x(x−2) / ((1−0)(1−2))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−x(x−2)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L₂(x) = x(x−1) / ((2−0)(2−1))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x(x−1) / 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691640"/>
            <a:ext cx="3611880" cy="42062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61688" y="1691640"/>
            <a:ext cx="36118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Combine with y values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4568" y="233172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1·L₀(x) + 3·L₁(x) + 2·L₂(x)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(x−1)(x−2)/2  −  3x(x−2)  +  x(x−1)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−1.5 x² + 3.5 x + 1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1691640"/>
            <a:ext cx="3611880" cy="42062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6176" y="1691640"/>
            <a:ext cx="36118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Verify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49056" y="233172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P(0) = 1  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P(1) = −1.5 + 3.5 + 1 = 3  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P(2) = −6 + 7 + 1 = 2  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three points satisfied.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procedure the C++ code performs — for any number of nodes, automatically.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 ·  Numerical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C++ Implementation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Lagrange evaluator — works for any number of nodes: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7772400" cy="429768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406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lagrange(const vector&lt;double&gt;&amp; xn,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const vector&lt;double&gt;&amp; yn,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double x)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 = xn.size();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result = 0.0;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n; ++i)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Li = 1.0;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j = 0; j &lt; n; ++j)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(j == i) continue;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 *= (x - xn[j]) / (xn[i] - xn[j]);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+= yn[i] * Li;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0"/>
            <a:ext cx="3200400" cy="4297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0" y="2103120"/>
            <a:ext cx="2834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nested loops give O(n²) cost per evaluation.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matrix solve needed — formula is direct.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standard C++ — only &lt;cmath&gt; and &lt;vector&gt;.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stable for small n (we use n = 4).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file (lagrange.cpp) is included with this submission.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 ·  Numerical Analysis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1 — cos(x)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</a:t>
            </a:r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cos(x)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Interval: </a:t>
            </a:r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π]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Nodes: </a:t>
            </a:r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(degree 3)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124712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042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error</a:t>
            </a:r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|f(x) − P(x)|     ·     </a:t>
            </a:r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error %</a:t>
            </a:r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|f(x) − P(x)| / |f(x)| × 100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Interpolation nodes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45720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f(xᵢ)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1.0472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2.0944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-0.5000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-1.0000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30352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comparison: exact vs. interpolated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3063240"/>
          <a:ext cx="6400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46304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f(x) exact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 error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0.9553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0.9662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1.09e-02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1.1412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0.6967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0.7003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3.56e-03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0.5103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0.3624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0.3614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9.19e-04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0.2536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1.57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1.94e-08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0.5282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-0.4161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-0.4155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6.85e-04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0.1646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2.50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-0.8011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-0.8079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6.71e-03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0.8381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2.90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-0.9710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-0.9814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1.04e-02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1.0706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5532120"/>
            <a:ext cx="548640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" y="5577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absolute error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" y="5852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1.09 × 10⁻²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17920" y="5532120"/>
            <a:ext cx="548640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0" y="5577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relative error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00800" y="5852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1.1412 %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 ·  Numerical Analysis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1 — cos(x) — Building P(x)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 Plug each node into the Lagrange basis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228600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(+1.0000) · L₀(x)  +  (+0.5000) · L₁(x)  +  (−0.5000) · L₂(x)  +  (−1.0000) · L₃(x)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where, with x₀=0,  x₁=π/3,  x₂=2π/3,  x₃=π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L₀(x) = (x−π/3)(x−2π/3)(x−π) / [(0−π/3)(0−2π/3)(0−π)]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L₁(x) = (x−0)(x−2π/3)(x−π) / [(π/3)(−π/3)(−2π/3)]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L₂(x) = (x−0)(x−π/3)(x−π) / [(2π/3)(π/3)(−π/3)]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L₃(x) = (x−0)(x−π/3)(x−2π/3) / [(π)(2π/3)(π/3)]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 Expand and collect — the cubic polynomial: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1124712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480560"/>
            <a:ext cx="73152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5262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 =  +0.1451 x³  −  0.6839 x²  +  0.0796 x  +  1.0000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532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node values match exactly:  P(0)=1,  P(π/3)=0.5,  P(2π/3)=−0.5,  P(π)=−1.  The polynomial agrees with cos(x) at the nodes and only differs between them.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 ·  Numerical Analysis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1 — cos(x) — Graph</a:t>
            </a:r>
            <a:endParaRPr lang="en-US" sz="3000" dirty="0"/>
          </a:p>
        </p:txBody>
      </p:sp>
      <p:pic>
        <p:nvPicPr>
          <p:cNvPr id="4" name="Image 0" descr="/home/claude/plots/f1_c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112471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23560"/>
            <a:ext cx="11247120" cy="68580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56692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cos(x) is smooth with bounded derivatives, so a degree-3 polynomial captures it well. Error stays under 1.1 % across the whole interval and is largest between nodes near the endpoints.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 ·  Numerical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2 — 1 / (1 + x²)  (Runge)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</a:t>
            </a:r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(1 + x²)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Interval: </a:t>
            </a:r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[-2, 2]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Nodes: </a:t>
            </a:r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(degree 3)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124712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042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error</a:t>
            </a:r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|f(x) − P(x)|     ·     </a:t>
            </a:r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error %</a:t>
            </a:r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|f(x) − P(x)| / |f(x)| × 100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Interpolation nodes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45720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f(xᵢ)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-2.0000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-0.6667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0.6923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0.6667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0.6923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30352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comparison: exact vs. interpolated</a:t>
            </a:r>
            <a:endParaRPr lang="en-US" sz="15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3063240"/>
          <a:ext cx="6400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46304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f(x) exact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 error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0.2358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0.3052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6.94e-02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29.4178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0.4098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0.5545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1.45e-01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35.2886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-0.60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0.7353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0.7040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3.13e-02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4.2560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0.00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0.7538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2.46e-01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24.6154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0.60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0.7353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0.7040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3.13e-02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4.2560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1.20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0.4098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0.5545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1.45e-01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35.2886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1.80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0.2358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0.3052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6.94e-02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29.4178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5532120"/>
            <a:ext cx="548640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" y="5577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absolute error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" y="5852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2.46 × 10⁻¹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17920" y="5532120"/>
            <a:ext cx="548640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0" y="5577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relative error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00800" y="5852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35.2886 %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 ·  Numerical Analysis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2 — 1 / (1 + x²)  (Runge) — Building P(x)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 Plug each node into the Lagrange basis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228600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(+0.2000) · L₀(x)  +  (+0.6923) · L₁(x)  +  (+0.6923) · L₂(x)  +  (+0.2000) · L₃(x)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where, with x₀=−2,  x₁=−2/3,  x₂=+2/3,  x₃=+2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L₀(x) = (x+2/3)(x−2/3)(x−2) / [(−2+2/3)(−2−2/3)(−2−2)]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L₁(x) = (x+2)(x−2/3)(x−2) / [(−2/3+2)(−2/3−2/3)(−2/3−2)]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L₂(x) = (x+2)(x+2/3)(x−2) / [(2/3+2)(2/3+2/3)(2/3−2)]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L₃(x) = (x+2)(x+2/3)(x−2/3) / [(2+2)(2+2/3)(2−2/3)]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 Expand and collect — the cubic polynomial: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1124712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480560"/>
            <a:ext cx="73152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5262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 =  −0.1385 x²  +  0.7538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532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y-values are symmetric (0.2, 0.6923, 0.6923, 0.2), so the cubic and linear terms cancel and the result reduces to a parabola. This explains the symmetric error pattern visible in the graph.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 ·  Numerical Analysis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2 — 1 / (1 + x²)  (Runge) — Graph</a:t>
            </a:r>
            <a:endParaRPr lang="en-US" sz="3000" dirty="0"/>
          </a:p>
        </p:txBody>
      </p:sp>
      <p:pic>
        <p:nvPicPr>
          <p:cNvPr id="4" name="Image 0" descr="/home/claude/plots/f2_run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112471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23560"/>
            <a:ext cx="11247120" cy="68580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56692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Runge's phenomenon: even though the function is perfectly smooth, equally-spaced nodes give a poor fit. The polynomial misses the central peak by 25 % and oscillates with errors above 35 % near the middle. A classic warning against blindly adding more equally-spaced nodes.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 ·  Numerical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3 — ln(x) · √x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</a:t>
            </a:r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ln(x) · √x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Interval: </a:t>
            </a:r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5]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Nodes: </a:t>
            </a:r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(degree 3)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124712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042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error</a:t>
            </a:r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|f(x) − P(x)|     ·     </a:t>
            </a:r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error %</a:t>
            </a:r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|f(x) − P(x)| / |f(x)| × 100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Interpolation nodes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45720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f(xᵢ)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2.3333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1.2943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3.6667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2.4879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5.0000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3.5988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30352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comparison: exact vs. interpolated</a:t>
            </a:r>
            <a:endParaRPr lang="en-US" sz="15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3063240"/>
          <a:ext cx="6400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46304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f(x) exact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 error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1.30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0.2991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0.3009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1.76e-03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0.5880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0.7886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0.7896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1.03e-03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0.1309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2.40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1.3563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1.3562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7.68e-05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0.0057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1.9029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1.9026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2.87e-04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0.0151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3.60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2.4304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2.4304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3.27e-05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0.0013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2.9410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2.9412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1.78e-04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0.0060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4.70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3.3550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3.3552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1.30e-04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0.0039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5532120"/>
            <a:ext cx="548640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" y="5577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absolute error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" y="5852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1.76 × 10⁻³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17920" y="5532120"/>
            <a:ext cx="548640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0" y="5577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relative error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00800" y="5852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0.5880 %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 ·  Numerical Analysis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3 — ln(x) · √x — Building P(x)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 Plug each node into the Lagrange basis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228600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(+0.0000) · L₀(x)  +  (+1.2943) · L₁(x)  +  (+2.4879) · L₂(x)  +  (+3.5988) · L₃(x)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where, with x₀=1,  x₁=7/3,  x₂=11/3,  x₃=5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L₀(x) = (x−7/3)(x−11/3)(x−5) / [(1−7/3)(1−11/3)(1−5)]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L₁(x) = (x−1)(x−11/3)(x−5) / [(7/3−1)(7/3−11/3)(7/3−5)]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L₂(x) = (x−1)(x−7/3)(x−5) / [(11/3−1)(11/3−7/3)(11/3−5)]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L₃(x) = (x−1)(x−7/3)(x−11/3) / [(5−1)(5−7/3)(5−11/3)]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 Expand and collect — the cubic polynomial: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1124712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480560"/>
            <a:ext cx="73152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5262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 =  +0.0013 x³  −  0.0371 x²  +  1.0832 x  −  1.0474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532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cubic coefficient is tiny (0.0013), confirming that ln(x)·√x is nearly linear on [1, 5]. P(x) behaves almost like a straight line, which is why the fit is so accurate.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 ·  Numerical Analysis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3 — ln(x) · √x — Graph</a:t>
            </a:r>
            <a:endParaRPr lang="en-US" sz="3000" dirty="0"/>
          </a:p>
        </p:txBody>
      </p:sp>
      <p:pic>
        <p:nvPicPr>
          <p:cNvPr id="4" name="Image 0" descr="/home/claude/plots/f3_lnsq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112471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23560"/>
            <a:ext cx="11247120" cy="68580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56692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ln(x)·√x grows almost linearly on [1, 5], so a cubic polynomial fits very closely. The maximum relative error is below 0.6 %, concentrated near x = 1 where the log term is most curved.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 ·  Numerical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Comparison Across All Three Functions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680960" y="1188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tells us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680960" y="1783080"/>
            <a:ext cx="9144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956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cos(x)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09560" y="2148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bounded derivatives → polynomial fit works very well even with just 4 nodes.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0" y="3108960"/>
            <a:ext cx="91440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1/(1+x²) — Runge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09560" y="34747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but with a sharp peak. Equally-spaced nodes badly under-fit the middle. 35 % relative error.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80960" y="4434840"/>
            <a:ext cx="9144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ln(x)·√x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09560" y="48006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linear shape on [1,5] → cubic interpolation is almost exact (&lt; 0.6 %).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 ·  Numerical Analysis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2860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92024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Lagrange's formula always works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20240" y="205740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any n + 1 distinct points there is exactly one polynomial of degree ≤ n. The formula gives it directly, no linear system required.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58952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depends on the function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0" y="205740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well-behaved functions (cos, ln·√x) are interpolated to under 1 % error with just 4 nodes.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1920240" y="3840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nodes ≠ always better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920240" y="438912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Runge function shows that equally-spaced nodes can produce 35 % error and increasing n makes it worse. This motivates Chebyshev nodes and spline methods.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3794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7589520" y="3840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takeaway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589520" y="438912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is simple, exact at the nodes, and ideal for low-degree fits. Know its limitations before applying it to peaked or oscillating data.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Lagrange Interpolation</dc:title>
  <dc:subject>PptxGenJS Presentation</dc:subject>
  <dc:creator>Numerical Analysis Project</dc:creator>
  <cp:lastModifiedBy>Numerical Analysis Project</cp:lastModifiedBy>
  <cp:revision>1</cp:revision>
  <dcterms:created xsi:type="dcterms:W3CDTF">2026-05-20T15:43:49Z</dcterms:created>
  <dcterms:modified xsi:type="dcterms:W3CDTF">2026-05-20T15:43:49Z</dcterms:modified>
</cp:coreProperties>
</file>
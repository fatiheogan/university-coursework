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17"/>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E0E2A2-F9D9-FB9F-380E-B755A2002081}" v="2" dt="2026-04-06T14:28:41.0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T İSAR BAŞ" userId="S::a.bas2023@gtu.edu.tr::1ce397ca-cbe5-47ea-8247-d959194f3048" providerId="AD" clId="Web-{D1E0E2A2-F9D9-FB9F-380E-B755A2002081}"/>
    <pc:docChg chg="modSld">
      <pc:chgData name="AHMET İSAR BAŞ" userId="S::a.bas2023@gtu.edu.tr::1ce397ca-cbe5-47ea-8247-d959194f3048" providerId="AD" clId="Web-{D1E0E2A2-F9D9-FB9F-380E-B755A2002081}" dt="2026-04-06T14:28:41.002" v="1" actId="1076"/>
      <pc:docMkLst>
        <pc:docMk/>
      </pc:docMkLst>
      <pc:sldChg chg="modSp">
        <pc:chgData name="AHMET İSAR BAŞ" userId="S::a.bas2023@gtu.edu.tr::1ce397ca-cbe5-47ea-8247-d959194f3048" providerId="AD" clId="Web-{D1E0E2A2-F9D9-FB9F-380E-B755A2002081}" dt="2026-04-06T14:28:41.002" v="1" actId="1076"/>
        <pc:sldMkLst>
          <pc:docMk/>
          <pc:sldMk cId="0" sldId="267"/>
        </pc:sldMkLst>
        <pc:picChg chg="mod">
          <ac:chgData name="AHMET İSAR BAŞ" userId="S::a.bas2023@gtu.edu.tr::1ce397ca-cbe5-47ea-8247-d959194f3048" providerId="AD" clId="Web-{D1E0E2A2-F9D9-FB9F-380E-B755A2002081}" dt="2026-04-06T14:28:41.002" v="1" actId="1076"/>
          <ac:picMkLst>
            <pc:docMk/>
            <pc:sldMk cId="0" sldId="267"/>
            <ac:picMk id="109"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d48ebdb3c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d48ebdb3c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d48ebdb3cb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d48ebdb3c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d48ebdb3cb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d48ebdb3cb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d48ebdb3cb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d48ebdb3cb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d48ebdb3cb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d48ebdb3cb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d48ebdb3cb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d48ebdb3cb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d48ebdb3cb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8ebdb3cb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d48ebdb3cb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d48ebdb3cb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d48ebdb3cb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d48ebdb3cb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d48ebdb3cb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d48ebdb3cb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d48ebdb3cb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d48ebdb3cb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d48ebdb3cb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d48ebdb3cb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t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descr="acil durum nedir? acil durum örnekleri neler (tıbbi, kazalar, bomba, doğal afetler gibi) ?acil durumlara ön hazırlıklar nelerdir? ne yapılır veya ne yapılmalıdır? bunula alakalı  İŞYERLERİNDE ACİL DURUMLAR&#10;HAKKINDA YÖNETMELİK), yönetmeliğin amacı?,iş veren ve işçi yükümlülükleri nelerdir? acil durum planının hazırlanması acil durum planı nedir? acil duruma müdahale ve tahhliye yöntemleri nelerdir?"/>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pic>
        <p:nvPicPr>
          <p:cNvPr id="59" name="Google Shape;59;p14"/>
          <p:cNvPicPr preferRelativeResize="0"/>
          <p:nvPr/>
        </p:nvPicPr>
        <p:blipFill rotWithShape="1">
          <a:blip r:embed="rId3">
            <a:alphaModFix/>
          </a:blip>
          <a:srcRect l="30" r="20"/>
          <a:stretch/>
        </p:blipFill>
        <p:spPr>
          <a:xfrm>
            <a:off x="-35700" y="0"/>
            <a:ext cx="9210675" cy="514768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pic>
        <p:nvPicPr>
          <p:cNvPr id="64" name="Google Shape;64;p15" descr="acil durum nedir? acil durum örnekleri neler (tıbbi, kazalar, bomba, doğal afetler gibi) ?acil durumlara ön hazırlıklar nelerdir? ne yapılır veya ne yapılmalıdır? bunula alakalı  İŞYERLERİNDE ACİL DURUMLAR&#10;HAKKINDA YÖNETMELİK), yönetmeliğin amacı?,iş veren ve işçi yükümlülükleri nelerdir? acil durum planının hazırlanması acil durum planı nedir? acil duruma müdahale ve tahhliye yöntemleri nelerdir?"/>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16" descr="acil durum nedir? acil durum örnekleri neler (tıbbi, kazalar, bomba, doğal afetler gibi) ?acil durumlara ön hazırlıklar nelerdir? ne yapılır veya ne yapılmalıdır? bunula alakalı  İŞYERLERİNDE ACİL DURUMLAR&#10;HAKKINDA YÖNETMELİK), yönetmeliğin amacı?,iş veren ve işçi yükümlülükleri nelerdir? acil durum planının hazırlanması acil durum planı nedir? acil duruma müdahale ve tahhliye yöntemleri nelerdir?"/>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7" descr="acil durum nedir? acil durum örnekleri neler (tıbbi, kazalar, bomba, doğal afetler gibi) ?acil durumlara ön hazırlıklar nelerdir? ne yapılır veya ne yapılmalıdır? bunula alakalı  İŞYERLERİNDE ACİL DURUMLAR&#10;HAKKINDA YÖNETMELİK), yönetmeliğin amacı?,iş veren ve işçi yükümlülükleri nelerdir? acil durum planının hazırlanması acil durum planı nedir? acil duruma müdahale ve tahhliye yöntemleri nelerdir?"/>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79" name="Google Shape;79;p18" descr="acil durumda görevlendirilecek çalışanların belirlenmesi nasıl olmalıdır? çok tehlikeli tehlikeli ve az tehlikeli olarak vb. nasıl belirlenir? acil durum dökümantasyon nasıl olmalıdır? tatbikat nasıl olmalıdır?faydaları eksikleri nelerdir? yılda kaç defa olmalıdır?,acil durum planlarının yenilenmesi kaç yılda bir ve nasıl olmalıdır? çalışanların bilgilendirilmesi ve eğitimleri nasıl olmalıdır?, acil durum raporu nasıl hazırlanır? nasıl değerlendirilir? mühendis yaklaşımı nasıl olmalıdır? acil durumda uyarı işaretleri örnekler nelerdir? mevcut suma eklemeler yap"/>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9" descr="acil durumda görevlendirilecek çalışanların belirlenmesi nasıl olmalıdır? çok tehlikeli tehlikeli ve az tehlikeli olarak vb. nasıl belirlenir? acil durum dökümantasyon nasıl olmalıdır? tatbikat nasıl olmalıdır?faydaları eksikleri nelerdir? yılda kaç defa olmalıdır?,acil durum planlarının yenilenmesi kaç yılda bir ve nasıl olmalıdır? çalışanların bilgilendirilmesi ve eğitimleri nasıl olmalıdır?, acil durum raporu nasıl hazırlanır? nasıl değerlendirilir? mühendis yaklaşımı nasıl olmalıdır? acil durumda uyarı işaretleri örnekler nelerdir? mevcut suma eklemeler yap"/>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20" descr="acil durumda görevlendirilecek çalışanların belirlenmesi nasıl olmalıdır? çok tehlikeli tehlikeli ve az tehlikeli olarak vb. nasıl belirlenir? acil durum dökümantasyon nasıl olmalıdır? tatbikat nasıl olmalıdır?faydaları eksikleri nelerdir? yılda kaç defa olmalıdır?,acil durum planlarının yenilenmesi kaç yılda bir ve nasıl olmalıdır? çalışanların bilgilendirilmesi ve eğitimleri nasıl olmalıdır?, acil durum raporu nasıl hazırlanır? nasıl değerlendirilir? mühendis yaklaşımı nasıl olmalıdır? acil durumda uyarı işaretleri örnekler nelerdir? mevcut suma eklemeler yap"/>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21" descr="acil durumda görevlendirilecek çalışanların belirlenmesi nasıl olmalıdır? çok tehlikeli tehlikeli ve az tehlikeli olarak vb. nasıl belirlenir? acil durum dökümantasyon nasıl olmalıdır? tatbikat nasıl olmalıdır?faydaları eksikleri nelerdir? yılda kaç defa olmalıdır?,acil durum planlarının yenilenmesi kaç yılda bir ve nasıl olmalıdır? çalışanların bilgilendirilmesi ve eğitimleri nasıl olmalıdır?, acil durum raporu nasıl hazırlanır? nasıl değerlendirilir? mühendis yaklaşımı nasıl olmalıdır? acil durumda uyarı işaretleri örnekler nelerdir? mevcut suma eklemeler yap"/>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99" name="Google Shape;99;p22" descr="acil durumda görevlendirilecek çalışanların belirlenmesi nasıl olmalıdır? çok tehlikeli tehlikeli ve az tehlikeli olarak vb. nasıl belirlenir? acil durum dökümantasyon nasıl olmalıdır? tatbikat nasıl olmalıdır?faydaları eksikleri nelerdir? yılda kaç defa olmalıdır?,acil durum planlarının yenilenmesi kaç yılda bir ve nasıl olmalıdır? çalışanların bilgilendirilmesi ve eğitimleri nasıl olmalıdır?, acil durum raporu nasıl hazırlanır? nasıl değerlendirilir? mühendis yaklaşımı nasıl olmalıdır? acil durumda uyarı işaretleri örnekler nelerdir? mevcut suma eklemeler yap"/>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23" descr="acil durumda görevlendirilecek çalışanların belirlenmesi nasıl olmalıdır? çok tehlikeli tehlikeli ve az tehlikeli olarak vb. nasıl belirlenir? acil durum dökümantasyon nasıl olmalıdır? tatbikat nasıl olmalıdır?faydaları eksikleri nelerdir? yılda kaç defa olmalıdır?,acil durum planlarının yenilenmesi kaç yılda bir ve nasıl olmalıdır? çalışanların bilgilendirilmesi ve eğitimleri nasıl olmalıdır?, acil durum raporu nasıl hazırlanır? nasıl değerlendirilir? mühendis yaklaşımı nasıl olmalıdır? acil durumda uyarı işaretleri örnekler nelerdir? mevcut suma eklemeler yap"/>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24" descr="acil durumda görevlendirilecek çalışanların belirlenmesi nasıl olmalıdır? çok tehlikeli tehlikeli ve az tehlikeli olarak vb. nasıl belirlenir? acil durum dökümantasyon nasıl olmalıdır? tatbikat nasıl olmalıdır?faydaları eksikleri nelerdir? yılda kaç defa olmalıdır?,acil durum planlarının yenilenmesi kaç yılda bir ve nasıl olmalıdır? çalışanların bilgilendirilmesi ve eğitimleri nasıl olmalıdır?, acil durum raporu nasıl hazırlanır? nasıl değerlendirilir? mühendis yaklaşımı nasıl olmalıdır? acil durumda uyarı işaretleri örnekler nelerdir? mevcut suma eklemeler yap"/>
          <p:cNvPicPr preferRelativeResize="0"/>
          <p:nvPr/>
        </p:nvPicPr>
        <p:blipFill>
          <a:blip r:embed="rId3">
            <a:alphaModFix/>
          </a:blip>
          <a:stretch>
            <a:fillRect/>
          </a:stretch>
        </p:blipFill>
        <p:spPr>
          <a:xfrm>
            <a:off x="-69718" y="0"/>
            <a:ext cx="9210675" cy="5143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Belge" ma:contentTypeID="0x0101004D1C68706CB9BA45AB53E79A3B0478D4" ma:contentTypeVersion="7" ma:contentTypeDescription="Yeni belge oluşturun." ma:contentTypeScope="" ma:versionID="f5a94038ab334a2a9f5a77b83d1f6beb">
  <xsd:schema xmlns:xsd="http://www.w3.org/2001/XMLSchema" xmlns:xs="http://www.w3.org/2001/XMLSchema" xmlns:p="http://schemas.microsoft.com/office/2006/metadata/properties" xmlns:ns2="a6a3d351-e3c3-4675-8edb-80517b370853" targetNamespace="http://schemas.microsoft.com/office/2006/metadata/properties" ma:root="true" ma:fieldsID="838a73f0ac4c26741ce03e80d5aca138" ns2:_="">
    <xsd:import namespace="a6a3d351-e3c3-4675-8edb-80517b37085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a3d351-e3c3-4675-8edb-80517b3708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986574D-4868-4A9F-B52A-7AE1797EBBEE}">
  <ds:schemaRefs>
    <ds:schemaRef ds:uri="http://schemas.microsoft.com/sharepoint/v3/contenttype/forms"/>
  </ds:schemaRefs>
</ds:datastoreItem>
</file>

<file path=customXml/itemProps2.xml><?xml version="1.0" encoding="utf-8"?>
<ds:datastoreItem xmlns:ds="http://schemas.openxmlformats.org/officeDocument/2006/customXml" ds:itemID="{4828DF8A-E9AD-49AB-A4CE-832EEDCE24F4}">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EEF3893E-0DF2-4931-8A17-42252BCC24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6a3d351-e3c3-4675-8edb-80517b3708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12</Slides>
  <Notes>12</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4</cp:revision>
  <dcterms:modified xsi:type="dcterms:W3CDTF">2026-04-06T14:28:46Z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0x0101004D1C68706CB9BA45AB53E79A3B0478D4</vt:lpwstr>
  </property>
</Properties>
</file>
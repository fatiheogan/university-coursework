
<file path=[Content_Types].xml><?xml version="1.0" encoding="utf-8"?>
<Types xmlns="http://schemas.openxmlformats.org/package/2006/content-types">
  <Default Extension="jpg" ContentType="image/jpeg"/>
  <Default Extension="odttf" ContentType="application/vnd.openxmlformats-officedocument.obfuscatedFont"/>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8" Type="http://schemas.openxmlformats.org/officeDocument/2006/relationships/slide" Target="slides/slide3.xml"/><Relationship Id="rId18" Type="http://schemas.openxmlformats.org/officeDocument/2006/relationships/customXml" Target="../customXml/item2.xml"/><Relationship Id="rId3" Type="http://schemas.openxmlformats.org/officeDocument/2006/relationships/presProps" Target="presProps.xml"/><Relationship Id="rId12" Type="http://schemas.openxmlformats.org/officeDocument/2006/relationships/slide" Target="slides/slide7.xml"/><Relationship Id="rId7" Type="http://schemas.openxmlformats.org/officeDocument/2006/relationships/slide" Target="slides/slide2.xml"/><Relationship Id="rId17" Type="http://schemas.openxmlformats.org/officeDocument/2006/relationships/customXml" Target="../customXml/item1.xml"/><Relationship Id="rId2"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1" Type="http://schemas.openxmlformats.org/officeDocument/2006/relationships/theme" Target="theme/theme2.xml"/><Relationship Id="rId6" Type="http://schemas.openxmlformats.org/officeDocument/2006/relationships/slide" Target="slides/slide1.xml"/><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customXml" Target="../customXml/item3.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48f7b3f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48f7b3f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48f7b3fd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48f7b3fd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48f7b3f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48f7b3f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48f7b3fd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48f7b3fd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48f7b3fd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48f7b3fd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48f7b3fd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48f7b3fd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48f7b3fd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48f7b3fd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48f7b3fd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48f7b3fd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48f7b3fd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48f7b3fd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48f7b3fd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48f7b3fd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48f7b3fd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48f7b3fd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70" r="60" t="0"/>
          <a:stretch/>
        </p:blipFill>
        <p:spPr>
          <a:xfrm>
            <a:off x="-35700" y="0"/>
            <a:ext cx="9210675" cy="5151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6"/>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7"/>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Kapalı alanlarda çalışmalarda güvenlik, Bu dersin amacı, kapalı alanlarda çalışacak kişilerin karşılaşabileceği tehlikeleri önceden tanımasını ve bu tehlikelere karşı nasıl korunacağını öğretmektir. Amaç kazaları olduktan sonra değil, gerçekleşmeden önce önlemektir. Kapalı alanlarda yapılan çalışmalar, iş sağlığı ve güvenliği açısından en yüksek riskli çalışma türleri arasında yer almaktadır. Bu alanlar insanların sürekli çalışması için tasarlanmamış, dar, havasız ve giriş-çıkışı sınırlı alanlardır. Kapalı alanlarda meydana gelen kazalar çoğu zaman ani gelişir ve kaçış imkânı sınırlı olduğu için ölümle sonuçlanabilir. kapalı alan nedir? kapalı alanların tehlikeli olma nedenileri nedir? görev sorumlulukları ? zincirleme kazalar? kapalı ortamlarda O2, CO,H2S,co2, CH4 VE GRİZU seviyesi? kapalı alanlara giriş izin sistemi nasıl olmalıdır? enerji izalasyonu? Tatbikat ve kurtarma nasıl olmalıdır? ekle" id="79" name="Google Shape;79;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kapalı alanlarda çalışanlarda güvenlik konusu ile alakalı sunum yap" id="84" name="Google Shape;84;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Kapalı alanlarda çalışmalarda güvenlik, Bu dersin amacı, kapalı alanlarda çalışacak kişilerin karşılaşabileceği tehlikeleri önceden tanımasını ve bu tehlikelere karşı nasıl korunacağını öğretmektir. Amaç kazaları olduktan sonra değil, gerçekleşmeden önce önlemektir. Kapalı alanlarda yapılan çalışmalar, iş sağlığı ve güvenliği açısından en yüksek riskli çalışma türleri arasında yer almaktadır. Bu alanlar insanların sürekli çalışması için tasarlanmamış, dar, havasız ve giriş-çıkışı sınırlı alanlardır. Kapalı alanlarda meydana gelen kazalar çoğu zaman ani gelişir ve kaçış imkânı sınırlı olduğu için ölümle sonuçlanabilir. kapalı alan nedir? kapalı alanların tehlikeli olma nedenileri nedir? görev sorumlulukları ? zincirleme kazalar? kapalı ortamlarda O2, CO,H2S,co2, CH4 VE GRİZU seviyesi? kapalı alanlara giriş izin sistemi nasıl olmalıdır? enerji izalasyonu? Tatbikat ve kurtarma nasıl olmalıdır? ekle" id="89" name="Google Shape;89;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Kapalı alanlarda çalışmalarda güvenlik, Bu dersin amacı, kapalı alanlarda çalışacak kişilerin karşılaşabileceği tehlikeleri önceden tanımasını ve bu tehlikelere karşı nasıl korunacağını öğretmektir. Amaç kazaları olduktan sonra değil, gerçekleşmeden önce önlemektir. Kapalı alanlarda yapılan çalışmalar, iş sağlığı ve güvenliği açısından en yüksek riskli çalışma türleri arasında yer almaktadır. Bu alanlar insanların sürekli çalışması için tasarlanmamış, dar, havasız ve giriş-çıkışı sınırlı alanlardır. Kapalı alanlarda meydana gelen kazalar çoğu zaman ani gelişir ve kaçış imkânı sınırlı olduğu için ölümle sonuçlanabilir. kapalı alan nedir? kapalı alanların tehlikeli olma nedenileri nedir? görev sorumlulukları ? zincirleme kazalar? kapalı ortamlarda O2, CO,H2S,co2, CH4 VE GRİZU seviyesi? kapalı alanlara giriş izin sistemi nasıl olmalıdır? enerji izalasyonu? Tatbikat ve kurtarma nasıl olmalıdır? ekle" id="94" name="Google Shape;94;p2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konuyla alakalı 2-3 slayt daha ekle" id="99" name="Google Shape;99;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konuyla alakalı 2-3 slayt daha ekle" id="104" name="Google Shape;104;p2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4D1C68706CB9BA45AB53E79A3B0478D4" ma:contentTypeVersion="7" ma:contentTypeDescription="Yeni belge oluşturun." ma:contentTypeScope="" ma:versionID="f5a94038ab334a2a9f5a77b83d1f6beb">
  <xsd:schema xmlns:xsd="http://www.w3.org/2001/XMLSchema" xmlns:xs="http://www.w3.org/2001/XMLSchema" xmlns:p="http://schemas.microsoft.com/office/2006/metadata/properties" xmlns:ns2="a6a3d351-e3c3-4675-8edb-80517b370853" targetNamespace="http://schemas.microsoft.com/office/2006/metadata/properties" ma:root="true" ma:fieldsID="838a73f0ac4c26741ce03e80d5aca138" ns2:_="">
    <xsd:import namespace="a6a3d351-e3c3-4675-8edb-80517b3708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a3d351-e3c3-4675-8edb-80517b3708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EDDE4D-E957-4356-B5BF-C77B8705AA56}"/>
</file>

<file path=customXml/itemProps2.xml><?xml version="1.0" encoding="utf-8"?>
<ds:datastoreItem xmlns:ds="http://schemas.openxmlformats.org/officeDocument/2006/customXml" ds:itemID="{A416FDF7-993C-46F7-884F-A577AB9A2EA5}"/>
</file>

<file path=customXml/itemProps3.xml><?xml version="1.0" encoding="utf-8"?>
<ds:datastoreItem xmlns:ds="http://schemas.openxmlformats.org/officeDocument/2006/customXml" ds:itemID="{8E3B70EB-D0BA-4FAE-87A1-4B59B005E498}"/>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0x0101004D1C68706CB9BA45AB53E79A3B0478D4</vt:lpwstr>
  </property>
</Properties>
</file>
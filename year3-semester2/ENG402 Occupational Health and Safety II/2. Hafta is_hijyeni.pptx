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E PAKSOY" userId="S::e.paksoy2023@gtu.edu.tr::0eebc431-217c-4abb-9ae4-905e6261955f" providerId="AD" clId="Web-{4FF68E07-E79A-C5A5-45EC-C7FA5A2084BB}"/>
    <pc:docChg chg="modSld">
      <pc:chgData name="EFE PAKSOY" userId="S::e.paksoy2023@gtu.edu.tr::0eebc431-217c-4abb-9ae4-905e6261955f" providerId="AD" clId="Web-{4FF68E07-E79A-C5A5-45EC-C7FA5A2084BB}" dt="2026-04-06T18:38:57.707" v="0" actId="1076"/>
      <pc:docMkLst>
        <pc:docMk/>
      </pc:docMkLst>
      <pc:sldChg chg="modSp">
        <pc:chgData name="EFE PAKSOY" userId="S::e.paksoy2023@gtu.edu.tr::0eebc431-217c-4abb-9ae4-905e6261955f" providerId="AD" clId="Web-{4FF68E07-E79A-C5A5-45EC-C7FA5A2084BB}" dt="2026-04-06T18:38:57.707" v="0" actId="1076"/>
        <pc:sldMkLst>
          <pc:docMk/>
          <pc:sldMk cId="0" sldId="265"/>
        </pc:sldMkLst>
        <pc:graphicFrameChg chg="mod">
          <ac:chgData name="EFE PAKSOY" userId="S::e.paksoy2023@gtu.edu.tr::0eebc431-217c-4abb-9ae4-905e6261955f" providerId="AD" clId="Web-{4FF68E07-E79A-C5A5-45EC-C7FA5A2084BB}" dt="2026-04-06T18:38:57.707" v="0" actId="1076"/>
          <ac:graphicFrameMkLst>
            <pc:docMk/>
            <pc:sldMk cId="0" sldId="265"/>
            <ac:graphicFrameMk id="5" creationId="{768C8C78-8BBB-3405-55E3-B6BF6A80ABFB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1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1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5FBE1C-1715-47B2-904A-4E470D9191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FACC63-F7DE-4830-AB7F-01640EA7CEDD}">
      <dgm:prSet/>
      <dgm:spPr/>
      <dgm:t>
        <a:bodyPr/>
        <a:lstStyle/>
        <a:p>
          <a:r>
            <a:rPr lang="en-US"/>
            <a:t>İş Sağlığı ve Güvenliği Dersi</a:t>
          </a:r>
        </a:p>
      </dgm:t>
    </dgm:pt>
    <dgm:pt modelId="{602FB3D0-EFF8-4E95-8F38-DA57DCAE0C2C}" type="parTrans" cxnId="{799FA93F-84A9-4BEE-B7D7-BD3FC08F3D1E}">
      <dgm:prSet/>
      <dgm:spPr/>
      <dgm:t>
        <a:bodyPr/>
        <a:lstStyle/>
        <a:p>
          <a:endParaRPr lang="en-US"/>
        </a:p>
      </dgm:t>
    </dgm:pt>
    <dgm:pt modelId="{AE9ACEA9-965A-4FAD-A1C6-2B3139E7E02C}" type="sibTrans" cxnId="{799FA93F-84A9-4BEE-B7D7-BD3FC08F3D1E}">
      <dgm:prSet/>
      <dgm:spPr/>
      <dgm:t>
        <a:bodyPr/>
        <a:lstStyle/>
        <a:p>
          <a:endParaRPr lang="en-US"/>
        </a:p>
      </dgm:t>
    </dgm:pt>
    <dgm:pt modelId="{D07B9628-C81D-4F6F-A1D9-C0F864EC328E}">
      <dgm:prSet/>
      <dgm:spPr/>
      <dgm:t>
        <a:bodyPr/>
        <a:lstStyle/>
        <a:p>
          <a:r>
            <a:rPr lang="en-US"/>
            <a:t>Konu: İş Hijyeni</a:t>
          </a:r>
        </a:p>
      </dgm:t>
    </dgm:pt>
    <dgm:pt modelId="{650F2CC9-C3A2-4017-98B2-3F312F60B3CA}" type="parTrans" cxnId="{40BFB94B-DCA7-49AE-8C9F-0C60A260942F}">
      <dgm:prSet/>
      <dgm:spPr/>
      <dgm:t>
        <a:bodyPr/>
        <a:lstStyle/>
        <a:p>
          <a:endParaRPr lang="en-US"/>
        </a:p>
      </dgm:t>
    </dgm:pt>
    <dgm:pt modelId="{CF4BB841-E710-4619-8869-92101CE83B32}" type="sibTrans" cxnId="{40BFB94B-DCA7-49AE-8C9F-0C60A260942F}">
      <dgm:prSet/>
      <dgm:spPr/>
      <dgm:t>
        <a:bodyPr/>
        <a:lstStyle/>
        <a:p>
          <a:endParaRPr lang="en-US"/>
        </a:p>
      </dgm:t>
    </dgm:pt>
    <dgm:pt modelId="{38BE62DB-DFF0-4F93-9FF5-971798975AA7}">
      <dgm:prSet/>
      <dgm:spPr/>
      <dgm:t>
        <a:bodyPr/>
        <a:lstStyle/>
        <a:p>
          <a:r>
            <a:rPr lang="en-US"/>
            <a:t>Amaç: Çalışma ortamında sağlık risklerini tanımak ve önlemek</a:t>
          </a:r>
        </a:p>
      </dgm:t>
    </dgm:pt>
    <dgm:pt modelId="{C4CCE861-CF38-4CE5-B640-52B95FDAA1AE}" type="parTrans" cxnId="{E97AF989-157E-45AB-A972-181C562C4460}">
      <dgm:prSet/>
      <dgm:spPr/>
      <dgm:t>
        <a:bodyPr/>
        <a:lstStyle/>
        <a:p>
          <a:endParaRPr lang="en-US"/>
        </a:p>
      </dgm:t>
    </dgm:pt>
    <dgm:pt modelId="{6290D632-0D2D-4393-A0C1-459C5D919C3E}" type="sibTrans" cxnId="{E97AF989-157E-45AB-A972-181C562C4460}">
      <dgm:prSet/>
      <dgm:spPr/>
      <dgm:t>
        <a:bodyPr/>
        <a:lstStyle/>
        <a:p>
          <a:endParaRPr lang="en-US"/>
        </a:p>
      </dgm:t>
    </dgm:pt>
    <dgm:pt modelId="{301DC482-F12C-4EF1-851E-CF73A50C54C1}" type="pres">
      <dgm:prSet presAssocID="{DA5FBE1C-1715-47B2-904A-4E470D919143}" presName="root" presStyleCnt="0">
        <dgm:presLayoutVars>
          <dgm:dir/>
          <dgm:resizeHandles val="exact"/>
        </dgm:presLayoutVars>
      </dgm:prSet>
      <dgm:spPr/>
    </dgm:pt>
    <dgm:pt modelId="{629F6247-AC12-4EDF-96C6-3047336D7D07}" type="pres">
      <dgm:prSet presAssocID="{D9FACC63-F7DE-4830-AB7F-01640EA7CEDD}" presName="compNode" presStyleCnt="0"/>
      <dgm:spPr/>
    </dgm:pt>
    <dgm:pt modelId="{299CE1D7-1482-47E9-98A2-432CD3F50297}" type="pres">
      <dgm:prSet presAssocID="{D9FACC63-F7DE-4830-AB7F-01640EA7CEDD}" presName="bgRect" presStyleLbl="bgShp" presStyleIdx="0" presStyleCnt="3"/>
      <dgm:spPr/>
    </dgm:pt>
    <dgm:pt modelId="{A20FCA6C-C579-4360-84D3-3FC1D773509F}" type="pres">
      <dgm:prSet presAssocID="{D9FACC63-F7DE-4830-AB7F-01640EA7CED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741ED8B7-866B-49B4-9E81-E601F076D3AC}" type="pres">
      <dgm:prSet presAssocID="{D9FACC63-F7DE-4830-AB7F-01640EA7CEDD}" presName="spaceRect" presStyleCnt="0"/>
      <dgm:spPr/>
    </dgm:pt>
    <dgm:pt modelId="{A7EB937C-ECF7-468E-8223-333F50E744E8}" type="pres">
      <dgm:prSet presAssocID="{D9FACC63-F7DE-4830-AB7F-01640EA7CEDD}" presName="parTx" presStyleLbl="revTx" presStyleIdx="0" presStyleCnt="3">
        <dgm:presLayoutVars>
          <dgm:chMax val="0"/>
          <dgm:chPref val="0"/>
        </dgm:presLayoutVars>
      </dgm:prSet>
      <dgm:spPr/>
    </dgm:pt>
    <dgm:pt modelId="{4E6D6E2F-1714-402D-AB2D-C9A18DDE5A97}" type="pres">
      <dgm:prSet presAssocID="{AE9ACEA9-965A-4FAD-A1C6-2B3139E7E02C}" presName="sibTrans" presStyleCnt="0"/>
      <dgm:spPr/>
    </dgm:pt>
    <dgm:pt modelId="{C5D2F2C4-986A-44C1-B7F6-3E79F22886F0}" type="pres">
      <dgm:prSet presAssocID="{D07B9628-C81D-4F6F-A1D9-C0F864EC328E}" presName="compNode" presStyleCnt="0"/>
      <dgm:spPr/>
    </dgm:pt>
    <dgm:pt modelId="{D964E5E9-20F6-40D5-BA9A-51DA84BE6944}" type="pres">
      <dgm:prSet presAssocID="{D07B9628-C81D-4F6F-A1D9-C0F864EC328E}" presName="bgRect" presStyleLbl="bgShp" presStyleIdx="1" presStyleCnt="3"/>
      <dgm:spPr/>
    </dgm:pt>
    <dgm:pt modelId="{2E4CE956-411E-4F64-8286-2B7FF77124BE}" type="pres">
      <dgm:prSet presAssocID="{D07B9628-C81D-4F6F-A1D9-C0F864EC328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vrak çantası"/>
        </a:ext>
      </dgm:extLst>
    </dgm:pt>
    <dgm:pt modelId="{4EC6A3E9-75ED-4706-9EA5-14B7E2BACFFB}" type="pres">
      <dgm:prSet presAssocID="{D07B9628-C81D-4F6F-A1D9-C0F864EC328E}" presName="spaceRect" presStyleCnt="0"/>
      <dgm:spPr/>
    </dgm:pt>
    <dgm:pt modelId="{6298CB21-817B-40D3-A21D-B24ABFD1D0ED}" type="pres">
      <dgm:prSet presAssocID="{D07B9628-C81D-4F6F-A1D9-C0F864EC328E}" presName="parTx" presStyleLbl="revTx" presStyleIdx="1" presStyleCnt="3">
        <dgm:presLayoutVars>
          <dgm:chMax val="0"/>
          <dgm:chPref val="0"/>
        </dgm:presLayoutVars>
      </dgm:prSet>
      <dgm:spPr/>
    </dgm:pt>
    <dgm:pt modelId="{BAB15569-050E-4C10-8285-FEAB7515AA82}" type="pres">
      <dgm:prSet presAssocID="{CF4BB841-E710-4619-8869-92101CE83B32}" presName="sibTrans" presStyleCnt="0"/>
      <dgm:spPr/>
    </dgm:pt>
    <dgm:pt modelId="{1A03076B-F164-4C39-B50C-9391B6DF4EFF}" type="pres">
      <dgm:prSet presAssocID="{38BE62DB-DFF0-4F93-9FF5-971798975AA7}" presName="compNode" presStyleCnt="0"/>
      <dgm:spPr/>
    </dgm:pt>
    <dgm:pt modelId="{D130D425-20A6-4E5C-8A79-CD254F5E53DF}" type="pres">
      <dgm:prSet presAssocID="{38BE62DB-DFF0-4F93-9FF5-971798975AA7}" presName="bgRect" presStyleLbl="bgShp" presStyleIdx="2" presStyleCnt="3"/>
      <dgm:spPr/>
    </dgm:pt>
    <dgm:pt modelId="{A72D7320-96FB-4068-9493-85E4B90C9799}" type="pres">
      <dgm:prSet presAssocID="{38BE62DB-DFF0-4F93-9FF5-971798975AA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CDAD91D5-50DA-4A6C-8D5E-CFD80807B4E0}" type="pres">
      <dgm:prSet presAssocID="{38BE62DB-DFF0-4F93-9FF5-971798975AA7}" presName="spaceRect" presStyleCnt="0"/>
      <dgm:spPr/>
    </dgm:pt>
    <dgm:pt modelId="{3B267460-A453-4965-A131-A809720D52FD}" type="pres">
      <dgm:prSet presAssocID="{38BE62DB-DFF0-4F93-9FF5-971798975AA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D08131-F17F-4558-A2F7-1C6BA6146D78}" type="presOf" srcId="{D07B9628-C81D-4F6F-A1D9-C0F864EC328E}" destId="{6298CB21-817B-40D3-A21D-B24ABFD1D0ED}" srcOrd="0" destOrd="0" presId="urn:microsoft.com/office/officeart/2018/2/layout/IconVerticalSolidList"/>
    <dgm:cxn modelId="{799FA93F-84A9-4BEE-B7D7-BD3FC08F3D1E}" srcId="{DA5FBE1C-1715-47B2-904A-4E470D919143}" destId="{D9FACC63-F7DE-4830-AB7F-01640EA7CEDD}" srcOrd="0" destOrd="0" parTransId="{602FB3D0-EFF8-4E95-8F38-DA57DCAE0C2C}" sibTransId="{AE9ACEA9-965A-4FAD-A1C6-2B3139E7E02C}"/>
    <dgm:cxn modelId="{88D34646-CF62-4AE2-A32F-24F3D93F1B5D}" type="presOf" srcId="{DA5FBE1C-1715-47B2-904A-4E470D919143}" destId="{301DC482-F12C-4EF1-851E-CF73A50C54C1}" srcOrd="0" destOrd="0" presId="urn:microsoft.com/office/officeart/2018/2/layout/IconVerticalSolidList"/>
    <dgm:cxn modelId="{40BFB94B-DCA7-49AE-8C9F-0C60A260942F}" srcId="{DA5FBE1C-1715-47B2-904A-4E470D919143}" destId="{D07B9628-C81D-4F6F-A1D9-C0F864EC328E}" srcOrd="1" destOrd="0" parTransId="{650F2CC9-C3A2-4017-98B2-3F312F60B3CA}" sibTransId="{CF4BB841-E710-4619-8869-92101CE83B32}"/>
    <dgm:cxn modelId="{C22C2257-D9E2-425D-BDE1-147164A9F32D}" type="presOf" srcId="{38BE62DB-DFF0-4F93-9FF5-971798975AA7}" destId="{3B267460-A453-4965-A131-A809720D52FD}" srcOrd="0" destOrd="0" presId="urn:microsoft.com/office/officeart/2018/2/layout/IconVerticalSolidList"/>
    <dgm:cxn modelId="{E97AF989-157E-45AB-A972-181C562C4460}" srcId="{DA5FBE1C-1715-47B2-904A-4E470D919143}" destId="{38BE62DB-DFF0-4F93-9FF5-971798975AA7}" srcOrd="2" destOrd="0" parTransId="{C4CCE861-CF38-4CE5-B640-52B95FDAA1AE}" sibTransId="{6290D632-0D2D-4393-A0C1-459C5D919C3E}"/>
    <dgm:cxn modelId="{629F509A-87C3-4C24-91A1-CE8C99B5CA15}" type="presOf" srcId="{D9FACC63-F7DE-4830-AB7F-01640EA7CEDD}" destId="{A7EB937C-ECF7-468E-8223-333F50E744E8}" srcOrd="0" destOrd="0" presId="urn:microsoft.com/office/officeart/2018/2/layout/IconVerticalSolidList"/>
    <dgm:cxn modelId="{DA12BA78-B93A-492E-A637-E48782D0B343}" type="presParOf" srcId="{301DC482-F12C-4EF1-851E-CF73A50C54C1}" destId="{629F6247-AC12-4EDF-96C6-3047336D7D07}" srcOrd="0" destOrd="0" presId="urn:microsoft.com/office/officeart/2018/2/layout/IconVerticalSolidList"/>
    <dgm:cxn modelId="{E61EE50B-7664-4716-9814-F877E88D0390}" type="presParOf" srcId="{629F6247-AC12-4EDF-96C6-3047336D7D07}" destId="{299CE1D7-1482-47E9-98A2-432CD3F50297}" srcOrd="0" destOrd="0" presId="urn:microsoft.com/office/officeart/2018/2/layout/IconVerticalSolidList"/>
    <dgm:cxn modelId="{3F2C6065-2D1B-47FE-9C30-EB824759400E}" type="presParOf" srcId="{629F6247-AC12-4EDF-96C6-3047336D7D07}" destId="{A20FCA6C-C579-4360-84D3-3FC1D773509F}" srcOrd="1" destOrd="0" presId="urn:microsoft.com/office/officeart/2018/2/layout/IconVerticalSolidList"/>
    <dgm:cxn modelId="{0C0546B0-5417-4649-AB3C-B29072DCF8DD}" type="presParOf" srcId="{629F6247-AC12-4EDF-96C6-3047336D7D07}" destId="{741ED8B7-866B-49B4-9E81-E601F076D3AC}" srcOrd="2" destOrd="0" presId="urn:microsoft.com/office/officeart/2018/2/layout/IconVerticalSolidList"/>
    <dgm:cxn modelId="{C542BBAA-54E6-43D4-AA26-D1FFDD2B5292}" type="presParOf" srcId="{629F6247-AC12-4EDF-96C6-3047336D7D07}" destId="{A7EB937C-ECF7-468E-8223-333F50E744E8}" srcOrd="3" destOrd="0" presId="urn:microsoft.com/office/officeart/2018/2/layout/IconVerticalSolidList"/>
    <dgm:cxn modelId="{8E1F90B5-65F0-4AD1-B1F8-30615387316F}" type="presParOf" srcId="{301DC482-F12C-4EF1-851E-CF73A50C54C1}" destId="{4E6D6E2F-1714-402D-AB2D-C9A18DDE5A97}" srcOrd="1" destOrd="0" presId="urn:microsoft.com/office/officeart/2018/2/layout/IconVerticalSolidList"/>
    <dgm:cxn modelId="{092FD52B-C75B-4A85-8949-344C2E93428F}" type="presParOf" srcId="{301DC482-F12C-4EF1-851E-CF73A50C54C1}" destId="{C5D2F2C4-986A-44C1-B7F6-3E79F22886F0}" srcOrd="2" destOrd="0" presId="urn:microsoft.com/office/officeart/2018/2/layout/IconVerticalSolidList"/>
    <dgm:cxn modelId="{0DC90C1F-EFFE-403E-9EF9-7F53DCE474EA}" type="presParOf" srcId="{C5D2F2C4-986A-44C1-B7F6-3E79F22886F0}" destId="{D964E5E9-20F6-40D5-BA9A-51DA84BE6944}" srcOrd="0" destOrd="0" presId="urn:microsoft.com/office/officeart/2018/2/layout/IconVerticalSolidList"/>
    <dgm:cxn modelId="{24D0D1BC-4F92-4B35-8486-BF54989830E8}" type="presParOf" srcId="{C5D2F2C4-986A-44C1-B7F6-3E79F22886F0}" destId="{2E4CE956-411E-4F64-8286-2B7FF77124BE}" srcOrd="1" destOrd="0" presId="urn:microsoft.com/office/officeart/2018/2/layout/IconVerticalSolidList"/>
    <dgm:cxn modelId="{F8E04A2C-04F6-499E-8350-37289A3613FF}" type="presParOf" srcId="{C5D2F2C4-986A-44C1-B7F6-3E79F22886F0}" destId="{4EC6A3E9-75ED-4706-9EA5-14B7E2BACFFB}" srcOrd="2" destOrd="0" presId="urn:microsoft.com/office/officeart/2018/2/layout/IconVerticalSolidList"/>
    <dgm:cxn modelId="{4DB0C608-863B-4013-8A82-E0F981EB1AD6}" type="presParOf" srcId="{C5D2F2C4-986A-44C1-B7F6-3E79F22886F0}" destId="{6298CB21-817B-40D3-A21D-B24ABFD1D0ED}" srcOrd="3" destOrd="0" presId="urn:microsoft.com/office/officeart/2018/2/layout/IconVerticalSolidList"/>
    <dgm:cxn modelId="{C1573A27-AD6A-443F-8AA8-36F29D5BCDEA}" type="presParOf" srcId="{301DC482-F12C-4EF1-851E-CF73A50C54C1}" destId="{BAB15569-050E-4C10-8285-FEAB7515AA82}" srcOrd="3" destOrd="0" presId="urn:microsoft.com/office/officeart/2018/2/layout/IconVerticalSolidList"/>
    <dgm:cxn modelId="{041625ED-15EE-43BA-9F73-4D8977CB2E7D}" type="presParOf" srcId="{301DC482-F12C-4EF1-851E-CF73A50C54C1}" destId="{1A03076B-F164-4C39-B50C-9391B6DF4EFF}" srcOrd="4" destOrd="0" presId="urn:microsoft.com/office/officeart/2018/2/layout/IconVerticalSolidList"/>
    <dgm:cxn modelId="{BEADE820-8D3B-4209-9A9B-302F9C3B4D8C}" type="presParOf" srcId="{1A03076B-F164-4C39-B50C-9391B6DF4EFF}" destId="{D130D425-20A6-4E5C-8A79-CD254F5E53DF}" srcOrd="0" destOrd="0" presId="urn:microsoft.com/office/officeart/2018/2/layout/IconVerticalSolidList"/>
    <dgm:cxn modelId="{CAFA75B2-78F6-4019-B628-5FF11533155E}" type="presParOf" srcId="{1A03076B-F164-4C39-B50C-9391B6DF4EFF}" destId="{A72D7320-96FB-4068-9493-85E4B90C9799}" srcOrd="1" destOrd="0" presId="urn:microsoft.com/office/officeart/2018/2/layout/IconVerticalSolidList"/>
    <dgm:cxn modelId="{D01288E9-6918-4569-B77A-6B7033F6E048}" type="presParOf" srcId="{1A03076B-F164-4C39-B50C-9391B6DF4EFF}" destId="{CDAD91D5-50DA-4A6C-8D5E-CFD80807B4E0}" srcOrd="2" destOrd="0" presId="urn:microsoft.com/office/officeart/2018/2/layout/IconVerticalSolidList"/>
    <dgm:cxn modelId="{78DCD78C-21BB-47AE-8787-67FC85A5ABCB}" type="presParOf" srcId="{1A03076B-F164-4C39-B50C-9391B6DF4EFF}" destId="{3B267460-A453-4965-A131-A809720D52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2DF829-8526-4BFF-BAD4-DB81DBFA65E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359C42-9DAC-4546-B069-C550095EEFA4}">
      <dgm:prSet/>
      <dgm:spPr/>
      <dgm:t>
        <a:bodyPr/>
        <a:lstStyle/>
        <a:p>
          <a:r>
            <a:rPr lang="en-US"/>
            <a:t>İş hijyeninin önemini kavramak</a:t>
          </a:r>
        </a:p>
      </dgm:t>
    </dgm:pt>
    <dgm:pt modelId="{91BAC721-7C7F-4A50-99BC-8D00B480E6FB}" type="parTrans" cxnId="{9E1A1684-526A-4D9A-9240-7AE0E38BF60D}">
      <dgm:prSet/>
      <dgm:spPr/>
      <dgm:t>
        <a:bodyPr/>
        <a:lstStyle/>
        <a:p>
          <a:endParaRPr lang="en-US"/>
        </a:p>
      </dgm:t>
    </dgm:pt>
    <dgm:pt modelId="{24FF7914-7A9B-4559-A54F-1819C90A7F3F}" type="sibTrans" cxnId="{9E1A1684-526A-4D9A-9240-7AE0E38BF60D}">
      <dgm:prSet/>
      <dgm:spPr/>
      <dgm:t>
        <a:bodyPr/>
        <a:lstStyle/>
        <a:p>
          <a:endParaRPr lang="en-US"/>
        </a:p>
      </dgm:t>
    </dgm:pt>
    <dgm:pt modelId="{C105A063-A7AF-49BF-9AE6-77FD218BE965}">
      <dgm:prSet/>
      <dgm:spPr/>
      <dgm:t>
        <a:bodyPr/>
        <a:lstStyle/>
        <a:p>
          <a:r>
            <a:rPr lang="en-US"/>
            <a:t>Çalışma ortamındaki riskleri tanımak</a:t>
          </a:r>
        </a:p>
      </dgm:t>
    </dgm:pt>
    <dgm:pt modelId="{2B8B4A30-0E86-47F8-9DFD-97C7796F780B}" type="parTrans" cxnId="{9E4B5DA3-D83A-46CC-B5A3-9BD15CEE00AA}">
      <dgm:prSet/>
      <dgm:spPr/>
      <dgm:t>
        <a:bodyPr/>
        <a:lstStyle/>
        <a:p>
          <a:endParaRPr lang="en-US"/>
        </a:p>
      </dgm:t>
    </dgm:pt>
    <dgm:pt modelId="{F222DD26-A477-4216-8448-E8F15E2F2916}" type="sibTrans" cxnId="{9E4B5DA3-D83A-46CC-B5A3-9BD15CEE00AA}">
      <dgm:prSet/>
      <dgm:spPr/>
      <dgm:t>
        <a:bodyPr/>
        <a:lstStyle/>
        <a:p>
          <a:endParaRPr lang="en-US"/>
        </a:p>
      </dgm:t>
    </dgm:pt>
    <dgm:pt modelId="{F35208CD-FCD5-4B58-9F26-C44303E859DA}">
      <dgm:prSet/>
      <dgm:spPr/>
      <dgm:t>
        <a:bodyPr/>
        <a:lstStyle/>
        <a:p>
          <a:r>
            <a:rPr lang="en-US"/>
            <a:t>Sağlıklı ve güvenli çalışma ortamı oluşturmak</a:t>
          </a:r>
        </a:p>
      </dgm:t>
    </dgm:pt>
    <dgm:pt modelId="{F16B5C96-1AD3-4AAC-ADF8-0F2213C2D70B}" type="parTrans" cxnId="{4D007989-0185-4090-9AA5-F190B5DD73BD}">
      <dgm:prSet/>
      <dgm:spPr/>
      <dgm:t>
        <a:bodyPr/>
        <a:lstStyle/>
        <a:p>
          <a:endParaRPr lang="en-US"/>
        </a:p>
      </dgm:t>
    </dgm:pt>
    <dgm:pt modelId="{4D93309C-FA2A-4BAD-ADEB-B888A9692FF5}" type="sibTrans" cxnId="{4D007989-0185-4090-9AA5-F190B5DD73BD}">
      <dgm:prSet/>
      <dgm:spPr/>
      <dgm:t>
        <a:bodyPr/>
        <a:lstStyle/>
        <a:p>
          <a:endParaRPr lang="en-US"/>
        </a:p>
      </dgm:t>
    </dgm:pt>
    <dgm:pt modelId="{1F502DED-02A4-4641-B75C-899D6C7A4118}" type="pres">
      <dgm:prSet presAssocID="{9D2DF829-8526-4BFF-BAD4-DB81DBFA65EC}" presName="linear" presStyleCnt="0">
        <dgm:presLayoutVars>
          <dgm:animLvl val="lvl"/>
          <dgm:resizeHandles val="exact"/>
        </dgm:presLayoutVars>
      </dgm:prSet>
      <dgm:spPr/>
    </dgm:pt>
    <dgm:pt modelId="{3323F7FC-1401-4541-B5F8-0A6380220D4B}" type="pres">
      <dgm:prSet presAssocID="{87359C42-9DAC-4546-B069-C550095EEF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E9941C-6E5D-4BA7-8D34-1B2D0B00D5A6}" type="pres">
      <dgm:prSet presAssocID="{24FF7914-7A9B-4559-A54F-1819C90A7F3F}" presName="spacer" presStyleCnt="0"/>
      <dgm:spPr/>
    </dgm:pt>
    <dgm:pt modelId="{514111AC-DD4B-4558-8408-EB46C902ADAC}" type="pres">
      <dgm:prSet presAssocID="{C105A063-A7AF-49BF-9AE6-77FD218BE96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6E2E28-AC8E-41B4-B885-D95231C2F959}" type="pres">
      <dgm:prSet presAssocID="{F222DD26-A477-4216-8448-E8F15E2F2916}" presName="spacer" presStyleCnt="0"/>
      <dgm:spPr/>
    </dgm:pt>
    <dgm:pt modelId="{F1863536-CC4F-4D38-B7C2-60DE318A1A6A}" type="pres">
      <dgm:prSet presAssocID="{F35208CD-FCD5-4B58-9F26-C44303E859D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195164-618A-4BF8-9D94-E6BE09BB4D72}" type="presOf" srcId="{9D2DF829-8526-4BFF-BAD4-DB81DBFA65EC}" destId="{1F502DED-02A4-4641-B75C-899D6C7A4118}" srcOrd="0" destOrd="0" presId="urn:microsoft.com/office/officeart/2005/8/layout/vList2"/>
    <dgm:cxn modelId="{04E5F168-D174-4657-9335-F44DB3930789}" type="presOf" srcId="{87359C42-9DAC-4546-B069-C550095EEFA4}" destId="{3323F7FC-1401-4541-B5F8-0A6380220D4B}" srcOrd="0" destOrd="0" presId="urn:microsoft.com/office/officeart/2005/8/layout/vList2"/>
    <dgm:cxn modelId="{9E1A1684-526A-4D9A-9240-7AE0E38BF60D}" srcId="{9D2DF829-8526-4BFF-BAD4-DB81DBFA65EC}" destId="{87359C42-9DAC-4546-B069-C550095EEFA4}" srcOrd="0" destOrd="0" parTransId="{91BAC721-7C7F-4A50-99BC-8D00B480E6FB}" sibTransId="{24FF7914-7A9B-4559-A54F-1819C90A7F3F}"/>
    <dgm:cxn modelId="{4D007989-0185-4090-9AA5-F190B5DD73BD}" srcId="{9D2DF829-8526-4BFF-BAD4-DB81DBFA65EC}" destId="{F35208CD-FCD5-4B58-9F26-C44303E859DA}" srcOrd="2" destOrd="0" parTransId="{F16B5C96-1AD3-4AAC-ADF8-0F2213C2D70B}" sibTransId="{4D93309C-FA2A-4BAD-ADEB-B888A9692FF5}"/>
    <dgm:cxn modelId="{48ECA58C-E082-4C22-AC15-860A748245AC}" type="presOf" srcId="{F35208CD-FCD5-4B58-9F26-C44303E859DA}" destId="{F1863536-CC4F-4D38-B7C2-60DE318A1A6A}" srcOrd="0" destOrd="0" presId="urn:microsoft.com/office/officeart/2005/8/layout/vList2"/>
    <dgm:cxn modelId="{9E4B5DA3-D83A-46CC-B5A3-9BD15CEE00AA}" srcId="{9D2DF829-8526-4BFF-BAD4-DB81DBFA65EC}" destId="{C105A063-A7AF-49BF-9AE6-77FD218BE965}" srcOrd="1" destOrd="0" parTransId="{2B8B4A30-0E86-47F8-9DFD-97C7796F780B}" sibTransId="{F222DD26-A477-4216-8448-E8F15E2F2916}"/>
    <dgm:cxn modelId="{E4A244F0-6AD1-4635-991A-FB2060A27A24}" type="presOf" srcId="{C105A063-A7AF-49BF-9AE6-77FD218BE965}" destId="{514111AC-DD4B-4558-8408-EB46C902ADAC}" srcOrd="0" destOrd="0" presId="urn:microsoft.com/office/officeart/2005/8/layout/vList2"/>
    <dgm:cxn modelId="{C31EE647-4104-45E0-AE7E-2837CDA1D6A8}" type="presParOf" srcId="{1F502DED-02A4-4641-B75C-899D6C7A4118}" destId="{3323F7FC-1401-4541-B5F8-0A6380220D4B}" srcOrd="0" destOrd="0" presId="urn:microsoft.com/office/officeart/2005/8/layout/vList2"/>
    <dgm:cxn modelId="{D40E6318-87CE-4438-90EB-02D554147801}" type="presParOf" srcId="{1F502DED-02A4-4641-B75C-899D6C7A4118}" destId="{DFE9941C-6E5D-4BA7-8D34-1B2D0B00D5A6}" srcOrd="1" destOrd="0" presId="urn:microsoft.com/office/officeart/2005/8/layout/vList2"/>
    <dgm:cxn modelId="{6306AF4C-D662-4CE7-9213-260C5E7F0745}" type="presParOf" srcId="{1F502DED-02A4-4641-B75C-899D6C7A4118}" destId="{514111AC-DD4B-4558-8408-EB46C902ADAC}" srcOrd="2" destOrd="0" presId="urn:microsoft.com/office/officeart/2005/8/layout/vList2"/>
    <dgm:cxn modelId="{D4F88A48-F2A0-48B4-A8B0-7A076F08C64B}" type="presParOf" srcId="{1F502DED-02A4-4641-B75C-899D6C7A4118}" destId="{A06E2E28-AC8E-41B4-B885-D95231C2F959}" srcOrd="3" destOrd="0" presId="urn:microsoft.com/office/officeart/2005/8/layout/vList2"/>
    <dgm:cxn modelId="{E6E9F4F2-BC12-4635-87CC-7C32B1F95543}" type="presParOf" srcId="{1F502DED-02A4-4641-B75C-899D6C7A4118}" destId="{F1863536-CC4F-4D38-B7C2-60DE318A1A6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7BEE1D-47CE-4A02-B963-F76AC5794F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9B3DF0-9EE2-487A-B634-6212BD562D4A}">
      <dgm:prSet/>
      <dgm:spPr/>
      <dgm:t>
        <a:bodyPr/>
        <a:lstStyle/>
        <a:p>
          <a:r>
            <a:rPr lang="en-US"/>
            <a:t>İnsan sağlığını korumak ve geliştirmek için alınan önlemler</a:t>
          </a:r>
        </a:p>
      </dgm:t>
    </dgm:pt>
    <dgm:pt modelId="{90CEE532-679A-4D0F-AC4C-D65DA8C78A8D}" type="parTrans" cxnId="{647E0595-D19E-4A43-B014-65FDDD765E89}">
      <dgm:prSet/>
      <dgm:spPr/>
      <dgm:t>
        <a:bodyPr/>
        <a:lstStyle/>
        <a:p>
          <a:endParaRPr lang="en-US"/>
        </a:p>
      </dgm:t>
    </dgm:pt>
    <dgm:pt modelId="{B11DDC54-8236-417C-80BB-1F17953E3E03}" type="sibTrans" cxnId="{647E0595-D19E-4A43-B014-65FDDD765E89}">
      <dgm:prSet/>
      <dgm:spPr/>
      <dgm:t>
        <a:bodyPr/>
        <a:lstStyle/>
        <a:p>
          <a:endParaRPr lang="en-US"/>
        </a:p>
      </dgm:t>
    </dgm:pt>
    <dgm:pt modelId="{F5C3E14E-8188-4C62-B703-5ABF74A1954E}">
      <dgm:prSet/>
      <dgm:spPr/>
      <dgm:t>
        <a:bodyPr/>
        <a:lstStyle/>
        <a:p>
          <a:r>
            <a:rPr lang="en-US"/>
            <a:t>Temizlik ve sağlık uygulamalarının bütünüdür</a:t>
          </a:r>
        </a:p>
      </dgm:t>
    </dgm:pt>
    <dgm:pt modelId="{DEE516D8-32E1-4267-AE94-34E7BED29ED8}" type="parTrans" cxnId="{9278D66D-80A1-4B3F-A45C-210A265247D8}">
      <dgm:prSet/>
      <dgm:spPr/>
      <dgm:t>
        <a:bodyPr/>
        <a:lstStyle/>
        <a:p>
          <a:endParaRPr lang="en-US"/>
        </a:p>
      </dgm:t>
    </dgm:pt>
    <dgm:pt modelId="{4278FF40-DADF-459B-A71F-9C10FD04AEB7}" type="sibTrans" cxnId="{9278D66D-80A1-4B3F-A45C-210A265247D8}">
      <dgm:prSet/>
      <dgm:spPr/>
      <dgm:t>
        <a:bodyPr/>
        <a:lstStyle/>
        <a:p>
          <a:endParaRPr lang="en-US"/>
        </a:p>
      </dgm:t>
    </dgm:pt>
    <dgm:pt modelId="{324B7D32-23FF-4CF8-AE50-38A818687CC2}" type="pres">
      <dgm:prSet presAssocID="{F47BEE1D-47CE-4A02-B963-F76AC5794FFC}" presName="linear" presStyleCnt="0">
        <dgm:presLayoutVars>
          <dgm:animLvl val="lvl"/>
          <dgm:resizeHandles val="exact"/>
        </dgm:presLayoutVars>
      </dgm:prSet>
      <dgm:spPr/>
    </dgm:pt>
    <dgm:pt modelId="{66363A22-7D2C-46C6-8486-C357263CDBB6}" type="pres">
      <dgm:prSet presAssocID="{CB9B3DF0-9EE2-487A-B634-6212BD562D4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5478A5E-D92B-48D0-9CA6-073D3F56D1B0}" type="pres">
      <dgm:prSet presAssocID="{B11DDC54-8236-417C-80BB-1F17953E3E03}" presName="spacer" presStyleCnt="0"/>
      <dgm:spPr/>
    </dgm:pt>
    <dgm:pt modelId="{E77C827E-1E6C-4C24-8669-FE397BF3FC51}" type="pres">
      <dgm:prSet presAssocID="{F5C3E14E-8188-4C62-B703-5ABF74A1954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278D66D-80A1-4B3F-A45C-210A265247D8}" srcId="{F47BEE1D-47CE-4A02-B963-F76AC5794FFC}" destId="{F5C3E14E-8188-4C62-B703-5ABF74A1954E}" srcOrd="1" destOrd="0" parTransId="{DEE516D8-32E1-4267-AE94-34E7BED29ED8}" sibTransId="{4278FF40-DADF-459B-A71F-9C10FD04AEB7}"/>
    <dgm:cxn modelId="{742FDE88-5B6B-4BDB-A8F2-D8C8F0046694}" type="presOf" srcId="{F5C3E14E-8188-4C62-B703-5ABF74A1954E}" destId="{E77C827E-1E6C-4C24-8669-FE397BF3FC51}" srcOrd="0" destOrd="0" presId="urn:microsoft.com/office/officeart/2005/8/layout/vList2"/>
    <dgm:cxn modelId="{647E0595-D19E-4A43-B014-65FDDD765E89}" srcId="{F47BEE1D-47CE-4A02-B963-F76AC5794FFC}" destId="{CB9B3DF0-9EE2-487A-B634-6212BD562D4A}" srcOrd="0" destOrd="0" parTransId="{90CEE532-679A-4D0F-AC4C-D65DA8C78A8D}" sibTransId="{B11DDC54-8236-417C-80BB-1F17953E3E03}"/>
    <dgm:cxn modelId="{9C41D0A6-4564-44A7-9C88-8622C4BA6E9E}" type="presOf" srcId="{CB9B3DF0-9EE2-487A-B634-6212BD562D4A}" destId="{66363A22-7D2C-46C6-8486-C357263CDBB6}" srcOrd="0" destOrd="0" presId="urn:microsoft.com/office/officeart/2005/8/layout/vList2"/>
    <dgm:cxn modelId="{1F9DBEC3-14B4-43E0-8BEC-EDF14DF40309}" type="presOf" srcId="{F47BEE1D-47CE-4A02-B963-F76AC5794FFC}" destId="{324B7D32-23FF-4CF8-AE50-38A818687CC2}" srcOrd="0" destOrd="0" presId="urn:microsoft.com/office/officeart/2005/8/layout/vList2"/>
    <dgm:cxn modelId="{319E1606-AD8E-4D3B-8DEB-8B129A880332}" type="presParOf" srcId="{324B7D32-23FF-4CF8-AE50-38A818687CC2}" destId="{66363A22-7D2C-46C6-8486-C357263CDBB6}" srcOrd="0" destOrd="0" presId="urn:microsoft.com/office/officeart/2005/8/layout/vList2"/>
    <dgm:cxn modelId="{034A6401-6B8E-48DB-89FF-CF2D67BCC611}" type="presParOf" srcId="{324B7D32-23FF-4CF8-AE50-38A818687CC2}" destId="{D5478A5E-D92B-48D0-9CA6-073D3F56D1B0}" srcOrd="1" destOrd="0" presId="urn:microsoft.com/office/officeart/2005/8/layout/vList2"/>
    <dgm:cxn modelId="{DB8C5503-E0B8-43DC-8EB9-085F28C53EF8}" type="presParOf" srcId="{324B7D32-23FF-4CF8-AE50-38A818687CC2}" destId="{E77C827E-1E6C-4C24-8669-FE397BF3FC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E7D5E8-2C3B-4C73-8392-C30B6A5228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EFDDBEC-573D-4C09-8E84-F0BF937A186B}">
      <dgm:prSet/>
      <dgm:spPr/>
      <dgm:t>
        <a:bodyPr/>
        <a:lstStyle/>
        <a:p>
          <a:r>
            <a:rPr lang="en-US"/>
            <a:t>Hastalıkların önlenmesi</a:t>
          </a:r>
        </a:p>
      </dgm:t>
    </dgm:pt>
    <dgm:pt modelId="{97867787-10FC-499D-AA6C-24CE51E2392C}" type="parTrans" cxnId="{82C8FE0F-B983-44EE-98E5-1160C7048E34}">
      <dgm:prSet/>
      <dgm:spPr/>
      <dgm:t>
        <a:bodyPr/>
        <a:lstStyle/>
        <a:p>
          <a:endParaRPr lang="en-US"/>
        </a:p>
      </dgm:t>
    </dgm:pt>
    <dgm:pt modelId="{6B37FE9D-2CDC-412D-BBE3-0FC7AEBF016A}" type="sibTrans" cxnId="{82C8FE0F-B983-44EE-98E5-1160C7048E34}">
      <dgm:prSet/>
      <dgm:spPr/>
      <dgm:t>
        <a:bodyPr/>
        <a:lstStyle/>
        <a:p>
          <a:endParaRPr lang="en-US"/>
        </a:p>
      </dgm:t>
    </dgm:pt>
    <dgm:pt modelId="{CD9DDFEB-4A64-4A07-BE92-16D087A9A4D9}">
      <dgm:prSet/>
      <dgm:spPr/>
      <dgm:t>
        <a:bodyPr/>
        <a:lstStyle/>
        <a:p>
          <a:r>
            <a:rPr lang="en-US"/>
            <a:t>Çalışan sağlığının korunması</a:t>
          </a:r>
        </a:p>
      </dgm:t>
    </dgm:pt>
    <dgm:pt modelId="{686731A6-B007-4C2C-9FEC-65247CE72D50}" type="parTrans" cxnId="{567D8BFC-85E6-42CD-881E-0E2389F8AD6A}">
      <dgm:prSet/>
      <dgm:spPr/>
      <dgm:t>
        <a:bodyPr/>
        <a:lstStyle/>
        <a:p>
          <a:endParaRPr lang="en-US"/>
        </a:p>
      </dgm:t>
    </dgm:pt>
    <dgm:pt modelId="{55DC42D6-E4D9-4D30-BBA3-27F7A4B9A719}" type="sibTrans" cxnId="{567D8BFC-85E6-42CD-881E-0E2389F8AD6A}">
      <dgm:prSet/>
      <dgm:spPr/>
      <dgm:t>
        <a:bodyPr/>
        <a:lstStyle/>
        <a:p>
          <a:endParaRPr lang="en-US"/>
        </a:p>
      </dgm:t>
    </dgm:pt>
    <dgm:pt modelId="{0F6FFCC1-2DD8-4545-AAA2-F11429B397AE}">
      <dgm:prSet/>
      <dgm:spPr/>
      <dgm:t>
        <a:bodyPr/>
        <a:lstStyle/>
        <a:p>
          <a:r>
            <a:rPr lang="en-US"/>
            <a:t>Üretim kalitesinin artması</a:t>
          </a:r>
        </a:p>
      </dgm:t>
    </dgm:pt>
    <dgm:pt modelId="{0819F927-11D2-4D59-81E9-7FEFFCB2C9CB}" type="parTrans" cxnId="{7409017D-D079-4BFB-A356-0E91DDA955A8}">
      <dgm:prSet/>
      <dgm:spPr/>
      <dgm:t>
        <a:bodyPr/>
        <a:lstStyle/>
        <a:p>
          <a:endParaRPr lang="en-US"/>
        </a:p>
      </dgm:t>
    </dgm:pt>
    <dgm:pt modelId="{121004A2-40F3-495F-BD4C-88D716392D33}" type="sibTrans" cxnId="{7409017D-D079-4BFB-A356-0E91DDA955A8}">
      <dgm:prSet/>
      <dgm:spPr/>
      <dgm:t>
        <a:bodyPr/>
        <a:lstStyle/>
        <a:p>
          <a:endParaRPr lang="en-US"/>
        </a:p>
      </dgm:t>
    </dgm:pt>
    <dgm:pt modelId="{4E017312-932C-4048-B5A5-AAE0BCFFCE5D}" type="pres">
      <dgm:prSet presAssocID="{F9E7D5E8-2C3B-4C73-8392-C30B6A522811}" presName="root" presStyleCnt="0">
        <dgm:presLayoutVars>
          <dgm:dir/>
          <dgm:resizeHandles val="exact"/>
        </dgm:presLayoutVars>
      </dgm:prSet>
      <dgm:spPr/>
    </dgm:pt>
    <dgm:pt modelId="{4661A9E2-7332-4639-9076-1EA75694A0FA}" type="pres">
      <dgm:prSet presAssocID="{4EFDDBEC-573D-4C09-8E84-F0BF937A186B}" presName="compNode" presStyleCnt="0"/>
      <dgm:spPr/>
    </dgm:pt>
    <dgm:pt modelId="{A5890DFF-DCD2-45E8-9630-AF16A04B6C23}" type="pres">
      <dgm:prSet presAssocID="{4EFDDBEC-573D-4C09-8E84-F0BF937A186B}" presName="bgRect" presStyleLbl="bgShp" presStyleIdx="0" presStyleCnt="3"/>
      <dgm:spPr/>
    </dgm:pt>
    <dgm:pt modelId="{A011BD2E-AA80-473A-AE49-C54369997942}" type="pres">
      <dgm:prSet presAssocID="{4EFDDBEC-573D-4C09-8E84-F0BF937A186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851B0BFA-EEF9-434C-8823-9BC262521DF7}" type="pres">
      <dgm:prSet presAssocID="{4EFDDBEC-573D-4C09-8E84-F0BF937A186B}" presName="spaceRect" presStyleCnt="0"/>
      <dgm:spPr/>
    </dgm:pt>
    <dgm:pt modelId="{3DDDB1B5-888C-4ED4-9FD5-1833C90A3FD4}" type="pres">
      <dgm:prSet presAssocID="{4EFDDBEC-573D-4C09-8E84-F0BF937A186B}" presName="parTx" presStyleLbl="revTx" presStyleIdx="0" presStyleCnt="3">
        <dgm:presLayoutVars>
          <dgm:chMax val="0"/>
          <dgm:chPref val="0"/>
        </dgm:presLayoutVars>
      </dgm:prSet>
      <dgm:spPr/>
    </dgm:pt>
    <dgm:pt modelId="{A332942F-BD3E-4212-8C59-B7AADE4BF456}" type="pres">
      <dgm:prSet presAssocID="{6B37FE9D-2CDC-412D-BBE3-0FC7AEBF016A}" presName="sibTrans" presStyleCnt="0"/>
      <dgm:spPr/>
    </dgm:pt>
    <dgm:pt modelId="{BA93EB65-39BF-4AF3-BA2B-3A7184F8BBD4}" type="pres">
      <dgm:prSet presAssocID="{CD9DDFEB-4A64-4A07-BE92-16D087A9A4D9}" presName="compNode" presStyleCnt="0"/>
      <dgm:spPr/>
    </dgm:pt>
    <dgm:pt modelId="{2AFD8C66-D5FA-4A34-B5B9-159EAF69FA5C}" type="pres">
      <dgm:prSet presAssocID="{CD9DDFEB-4A64-4A07-BE92-16D087A9A4D9}" presName="bgRect" presStyleLbl="bgShp" presStyleIdx="1" presStyleCnt="3"/>
      <dgm:spPr/>
    </dgm:pt>
    <dgm:pt modelId="{A0063E85-0FC6-4145-A36D-31BD33D3B567}" type="pres">
      <dgm:prSet presAssocID="{CD9DDFEB-4A64-4A07-BE92-16D087A9A4D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r grup erkek"/>
        </a:ext>
      </dgm:extLst>
    </dgm:pt>
    <dgm:pt modelId="{F3D9EB09-0FF7-40D7-89F2-BB61DFEEC40A}" type="pres">
      <dgm:prSet presAssocID="{CD9DDFEB-4A64-4A07-BE92-16D087A9A4D9}" presName="spaceRect" presStyleCnt="0"/>
      <dgm:spPr/>
    </dgm:pt>
    <dgm:pt modelId="{F171F8C4-052E-4DA8-9A24-94A85A492748}" type="pres">
      <dgm:prSet presAssocID="{CD9DDFEB-4A64-4A07-BE92-16D087A9A4D9}" presName="parTx" presStyleLbl="revTx" presStyleIdx="1" presStyleCnt="3">
        <dgm:presLayoutVars>
          <dgm:chMax val="0"/>
          <dgm:chPref val="0"/>
        </dgm:presLayoutVars>
      </dgm:prSet>
      <dgm:spPr/>
    </dgm:pt>
    <dgm:pt modelId="{A3ED6F1D-36D6-4562-A0D5-1B80F2010BE6}" type="pres">
      <dgm:prSet presAssocID="{55DC42D6-E4D9-4D30-BBA3-27F7A4B9A719}" presName="sibTrans" presStyleCnt="0"/>
      <dgm:spPr/>
    </dgm:pt>
    <dgm:pt modelId="{7254A117-9304-41CB-9FF6-2BE63E4ED44E}" type="pres">
      <dgm:prSet presAssocID="{0F6FFCC1-2DD8-4545-AAA2-F11429B397AE}" presName="compNode" presStyleCnt="0"/>
      <dgm:spPr/>
    </dgm:pt>
    <dgm:pt modelId="{202DE767-3F1D-4594-944E-75316DDD4E97}" type="pres">
      <dgm:prSet presAssocID="{0F6FFCC1-2DD8-4545-AAA2-F11429B397AE}" presName="bgRect" presStyleLbl="bgShp" presStyleIdx="2" presStyleCnt="3"/>
      <dgm:spPr/>
    </dgm:pt>
    <dgm:pt modelId="{365E59BA-AAF6-4064-B077-9186FD2D6954}" type="pres">
      <dgm:prSet presAssocID="{0F6FFCC1-2DD8-4545-AAA2-F11429B397A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ka"/>
        </a:ext>
      </dgm:extLst>
    </dgm:pt>
    <dgm:pt modelId="{B1C07B37-A1E7-4159-9577-C7675C1B0330}" type="pres">
      <dgm:prSet presAssocID="{0F6FFCC1-2DD8-4545-AAA2-F11429B397AE}" presName="spaceRect" presStyleCnt="0"/>
      <dgm:spPr/>
    </dgm:pt>
    <dgm:pt modelId="{B0C45FCB-C6F9-4D13-A69E-C8EEF7B96E2D}" type="pres">
      <dgm:prSet presAssocID="{0F6FFCC1-2DD8-4545-AAA2-F11429B397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C8FE0F-B983-44EE-98E5-1160C7048E34}" srcId="{F9E7D5E8-2C3B-4C73-8392-C30B6A522811}" destId="{4EFDDBEC-573D-4C09-8E84-F0BF937A186B}" srcOrd="0" destOrd="0" parTransId="{97867787-10FC-499D-AA6C-24CE51E2392C}" sibTransId="{6B37FE9D-2CDC-412D-BBE3-0FC7AEBF016A}"/>
    <dgm:cxn modelId="{6FDE3857-2509-4B01-8D6F-B866ADB6AE64}" type="presOf" srcId="{0F6FFCC1-2DD8-4545-AAA2-F11429B397AE}" destId="{B0C45FCB-C6F9-4D13-A69E-C8EEF7B96E2D}" srcOrd="0" destOrd="0" presId="urn:microsoft.com/office/officeart/2018/2/layout/IconVerticalSolidList"/>
    <dgm:cxn modelId="{7409017D-D079-4BFB-A356-0E91DDA955A8}" srcId="{F9E7D5E8-2C3B-4C73-8392-C30B6A522811}" destId="{0F6FFCC1-2DD8-4545-AAA2-F11429B397AE}" srcOrd="2" destOrd="0" parTransId="{0819F927-11D2-4D59-81E9-7FEFFCB2C9CB}" sibTransId="{121004A2-40F3-495F-BD4C-88D716392D33}"/>
    <dgm:cxn modelId="{3AD87C7E-7899-4384-8F25-E4F83A29C8ED}" type="presOf" srcId="{F9E7D5E8-2C3B-4C73-8392-C30B6A522811}" destId="{4E017312-932C-4048-B5A5-AAE0BCFFCE5D}" srcOrd="0" destOrd="0" presId="urn:microsoft.com/office/officeart/2018/2/layout/IconVerticalSolidList"/>
    <dgm:cxn modelId="{DAC7D0F5-6DB7-4C6C-A239-58BD17FD3EE2}" type="presOf" srcId="{4EFDDBEC-573D-4C09-8E84-F0BF937A186B}" destId="{3DDDB1B5-888C-4ED4-9FD5-1833C90A3FD4}" srcOrd="0" destOrd="0" presId="urn:microsoft.com/office/officeart/2018/2/layout/IconVerticalSolidList"/>
    <dgm:cxn modelId="{567D8BFC-85E6-42CD-881E-0E2389F8AD6A}" srcId="{F9E7D5E8-2C3B-4C73-8392-C30B6A522811}" destId="{CD9DDFEB-4A64-4A07-BE92-16D087A9A4D9}" srcOrd="1" destOrd="0" parTransId="{686731A6-B007-4C2C-9FEC-65247CE72D50}" sibTransId="{55DC42D6-E4D9-4D30-BBA3-27F7A4B9A719}"/>
    <dgm:cxn modelId="{3A6FC9FD-404E-411E-A1D8-45A0A0523DA6}" type="presOf" srcId="{CD9DDFEB-4A64-4A07-BE92-16D087A9A4D9}" destId="{F171F8C4-052E-4DA8-9A24-94A85A492748}" srcOrd="0" destOrd="0" presId="urn:microsoft.com/office/officeart/2018/2/layout/IconVerticalSolidList"/>
    <dgm:cxn modelId="{1EDBDC42-8BB9-4446-A98E-6A05D85F0FBC}" type="presParOf" srcId="{4E017312-932C-4048-B5A5-AAE0BCFFCE5D}" destId="{4661A9E2-7332-4639-9076-1EA75694A0FA}" srcOrd="0" destOrd="0" presId="urn:microsoft.com/office/officeart/2018/2/layout/IconVerticalSolidList"/>
    <dgm:cxn modelId="{C0F3D014-C9F0-4846-8EDD-DCEE5BFD5234}" type="presParOf" srcId="{4661A9E2-7332-4639-9076-1EA75694A0FA}" destId="{A5890DFF-DCD2-45E8-9630-AF16A04B6C23}" srcOrd="0" destOrd="0" presId="urn:microsoft.com/office/officeart/2018/2/layout/IconVerticalSolidList"/>
    <dgm:cxn modelId="{2A9DFEE5-E0A3-4703-8A6C-930FBBEEAA7F}" type="presParOf" srcId="{4661A9E2-7332-4639-9076-1EA75694A0FA}" destId="{A011BD2E-AA80-473A-AE49-C54369997942}" srcOrd="1" destOrd="0" presId="urn:microsoft.com/office/officeart/2018/2/layout/IconVerticalSolidList"/>
    <dgm:cxn modelId="{7E1FED33-DC72-479D-9350-6EFCDE65CD23}" type="presParOf" srcId="{4661A9E2-7332-4639-9076-1EA75694A0FA}" destId="{851B0BFA-EEF9-434C-8823-9BC262521DF7}" srcOrd="2" destOrd="0" presId="urn:microsoft.com/office/officeart/2018/2/layout/IconVerticalSolidList"/>
    <dgm:cxn modelId="{282C91BD-9672-4586-895D-1F31B5521C6A}" type="presParOf" srcId="{4661A9E2-7332-4639-9076-1EA75694A0FA}" destId="{3DDDB1B5-888C-4ED4-9FD5-1833C90A3FD4}" srcOrd="3" destOrd="0" presId="urn:microsoft.com/office/officeart/2018/2/layout/IconVerticalSolidList"/>
    <dgm:cxn modelId="{B340F6F5-A641-438B-9100-EA8F768924D4}" type="presParOf" srcId="{4E017312-932C-4048-B5A5-AAE0BCFFCE5D}" destId="{A332942F-BD3E-4212-8C59-B7AADE4BF456}" srcOrd="1" destOrd="0" presId="urn:microsoft.com/office/officeart/2018/2/layout/IconVerticalSolidList"/>
    <dgm:cxn modelId="{5FE0783E-E651-4BC2-B374-75A1CB912E6E}" type="presParOf" srcId="{4E017312-932C-4048-B5A5-AAE0BCFFCE5D}" destId="{BA93EB65-39BF-4AF3-BA2B-3A7184F8BBD4}" srcOrd="2" destOrd="0" presId="urn:microsoft.com/office/officeart/2018/2/layout/IconVerticalSolidList"/>
    <dgm:cxn modelId="{82104085-4C10-4C66-82D6-BC2B6B829CB2}" type="presParOf" srcId="{BA93EB65-39BF-4AF3-BA2B-3A7184F8BBD4}" destId="{2AFD8C66-D5FA-4A34-B5B9-159EAF69FA5C}" srcOrd="0" destOrd="0" presId="urn:microsoft.com/office/officeart/2018/2/layout/IconVerticalSolidList"/>
    <dgm:cxn modelId="{E64637F1-8757-4718-8B89-A7DF733EED64}" type="presParOf" srcId="{BA93EB65-39BF-4AF3-BA2B-3A7184F8BBD4}" destId="{A0063E85-0FC6-4145-A36D-31BD33D3B567}" srcOrd="1" destOrd="0" presId="urn:microsoft.com/office/officeart/2018/2/layout/IconVerticalSolidList"/>
    <dgm:cxn modelId="{E730BF67-1445-4146-A63F-E07670E087BF}" type="presParOf" srcId="{BA93EB65-39BF-4AF3-BA2B-3A7184F8BBD4}" destId="{F3D9EB09-0FF7-40D7-89F2-BB61DFEEC40A}" srcOrd="2" destOrd="0" presId="urn:microsoft.com/office/officeart/2018/2/layout/IconVerticalSolidList"/>
    <dgm:cxn modelId="{DBAABE99-AEE0-4600-B78A-A5AAF56D9629}" type="presParOf" srcId="{BA93EB65-39BF-4AF3-BA2B-3A7184F8BBD4}" destId="{F171F8C4-052E-4DA8-9A24-94A85A492748}" srcOrd="3" destOrd="0" presId="urn:microsoft.com/office/officeart/2018/2/layout/IconVerticalSolidList"/>
    <dgm:cxn modelId="{6857194A-FE6E-4AE4-B567-A8483C69E5D2}" type="presParOf" srcId="{4E017312-932C-4048-B5A5-AAE0BCFFCE5D}" destId="{A3ED6F1D-36D6-4562-A0D5-1B80F2010BE6}" srcOrd="3" destOrd="0" presId="urn:microsoft.com/office/officeart/2018/2/layout/IconVerticalSolidList"/>
    <dgm:cxn modelId="{45D09334-B774-4999-9075-DEB308220B03}" type="presParOf" srcId="{4E017312-932C-4048-B5A5-AAE0BCFFCE5D}" destId="{7254A117-9304-41CB-9FF6-2BE63E4ED44E}" srcOrd="4" destOrd="0" presId="urn:microsoft.com/office/officeart/2018/2/layout/IconVerticalSolidList"/>
    <dgm:cxn modelId="{A08FFDD0-38DC-4645-BA3F-62E911A40554}" type="presParOf" srcId="{7254A117-9304-41CB-9FF6-2BE63E4ED44E}" destId="{202DE767-3F1D-4594-944E-75316DDD4E97}" srcOrd="0" destOrd="0" presId="urn:microsoft.com/office/officeart/2018/2/layout/IconVerticalSolidList"/>
    <dgm:cxn modelId="{F0FBA61B-9DFC-48F5-98C0-812AF9DE537C}" type="presParOf" srcId="{7254A117-9304-41CB-9FF6-2BE63E4ED44E}" destId="{365E59BA-AAF6-4064-B077-9186FD2D6954}" srcOrd="1" destOrd="0" presId="urn:microsoft.com/office/officeart/2018/2/layout/IconVerticalSolidList"/>
    <dgm:cxn modelId="{F8EA0E35-72D0-400E-B8A8-BEDCC2E5DFB3}" type="presParOf" srcId="{7254A117-9304-41CB-9FF6-2BE63E4ED44E}" destId="{B1C07B37-A1E7-4159-9577-C7675C1B0330}" srcOrd="2" destOrd="0" presId="urn:microsoft.com/office/officeart/2018/2/layout/IconVerticalSolidList"/>
    <dgm:cxn modelId="{9DDA9956-A996-4DFE-9DD9-66AC4143207A}" type="presParOf" srcId="{7254A117-9304-41CB-9FF6-2BE63E4ED44E}" destId="{B0C45FCB-C6F9-4D13-A69E-C8EEF7B96E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0ACC71-40E5-4546-A4BB-CD240C2C53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4984E4-7F06-419F-A38F-92B7B82EACD3}">
      <dgm:prSet/>
      <dgm:spPr/>
      <dgm:t>
        <a:bodyPr/>
        <a:lstStyle/>
        <a:p>
          <a:r>
            <a:rPr lang="en-US"/>
            <a:t>Çalışma ortamında sağlık risklerinin belirlenmesi</a:t>
          </a:r>
        </a:p>
      </dgm:t>
    </dgm:pt>
    <dgm:pt modelId="{31315256-2ECE-4A6E-A88B-801FB7FAA839}" type="parTrans" cxnId="{70752CC6-2086-494B-B7D0-517FA3F3AB5C}">
      <dgm:prSet/>
      <dgm:spPr/>
      <dgm:t>
        <a:bodyPr/>
        <a:lstStyle/>
        <a:p>
          <a:endParaRPr lang="en-US"/>
        </a:p>
      </dgm:t>
    </dgm:pt>
    <dgm:pt modelId="{53CCF983-5FC2-456B-8E32-61FF1326723C}" type="sibTrans" cxnId="{70752CC6-2086-494B-B7D0-517FA3F3AB5C}">
      <dgm:prSet/>
      <dgm:spPr/>
      <dgm:t>
        <a:bodyPr/>
        <a:lstStyle/>
        <a:p>
          <a:endParaRPr lang="en-US"/>
        </a:p>
      </dgm:t>
    </dgm:pt>
    <dgm:pt modelId="{B21815FA-DC3A-4782-BD9D-BF4B8D42E179}">
      <dgm:prSet/>
      <dgm:spPr/>
      <dgm:t>
        <a:bodyPr/>
        <a:lstStyle/>
        <a:p>
          <a:r>
            <a:rPr lang="en-US"/>
            <a:t>Ölçülmesi</a:t>
          </a:r>
        </a:p>
      </dgm:t>
    </dgm:pt>
    <dgm:pt modelId="{AA9B3CFE-D662-4573-B226-CCE1CADA72DA}" type="parTrans" cxnId="{BBFFBC83-45A9-403B-8B3B-826C5F8120A8}">
      <dgm:prSet/>
      <dgm:spPr/>
      <dgm:t>
        <a:bodyPr/>
        <a:lstStyle/>
        <a:p>
          <a:endParaRPr lang="en-US"/>
        </a:p>
      </dgm:t>
    </dgm:pt>
    <dgm:pt modelId="{694B12ED-C006-41AA-AE7C-4C9EF2A98C6B}" type="sibTrans" cxnId="{BBFFBC83-45A9-403B-8B3B-826C5F8120A8}">
      <dgm:prSet/>
      <dgm:spPr/>
      <dgm:t>
        <a:bodyPr/>
        <a:lstStyle/>
        <a:p>
          <a:endParaRPr lang="en-US"/>
        </a:p>
      </dgm:t>
    </dgm:pt>
    <dgm:pt modelId="{00748967-6ACB-4202-B634-5AB8454FA33C}">
      <dgm:prSet/>
      <dgm:spPr/>
      <dgm:t>
        <a:bodyPr/>
        <a:lstStyle/>
        <a:p>
          <a:r>
            <a:rPr lang="en-US"/>
            <a:t>Değerlendirilmesi</a:t>
          </a:r>
        </a:p>
      </dgm:t>
    </dgm:pt>
    <dgm:pt modelId="{555E78E4-D4B5-43F0-AF9E-ED5E82C44298}" type="parTrans" cxnId="{4D290620-CDF5-4A8D-A178-3E14F29447F7}">
      <dgm:prSet/>
      <dgm:spPr/>
      <dgm:t>
        <a:bodyPr/>
        <a:lstStyle/>
        <a:p>
          <a:endParaRPr lang="en-US"/>
        </a:p>
      </dgm:t>
    </dgm:pt>
    <dgm:pt modelId="{EAE3B031-D45A-4649-8FF1-C501F6E97C66}" type="sibTrans" cxnId="{4D290620-CDF5-4A8D-A178-3E14F29447F7}">
      <dgm:prSet/>
      <dgm:spPr/>
      <dgm:t>
        <a:bodyPr/>
        <a:lstStyle/>
        <a:p>
          <a:endParaRPr lang="en-US"/>
        </a:p>
      </dgm:t>
    </dgm:pt>
    <dgm:pt modelId="{C6F0AA88-D137-46A0-99B9-D0B61A822DE2}">
      <dgm:prSet/>
      <dgm:spPr/>
      <dgm:t>
        <a:bodyPr/>
        <a:lstStyle/>
        <a:p>
          <a:r>
            <a:rPr lang="en-US"/>
            <a:t>Kontrol altına alınması</a:t>
          </a:r>
        </a:p>
      </dgm:t>
    </dgm:pt>
    <dgm:pt modelId="{A64E9BDE-D7C8-4C41-BA06-C278CF14281E}" type="parTrans" cxnId="{01E97CA9-9906-4322-92F3-F521386233F1}">
      <dgm:prSet/>
      <dgm:spPr/>
      <dgm:t>
        <a:bodyPr/>
        <a:lstStyle/>
        <a:p>
          <a:endParaRPr lang="en-US"/>
        </a:p>
      </dgm:t>
    </dgm:pt>
    <dgm:pt modelId="{421C069F-EDD9-4C4E-8819-FD4E5561A5EF}" type="sibTrans" cxnId="{01E97CA9-9906-4322-92F3-F521386233F1}">
      <dgm:prSet/>
      <dgm:spPr/>
      <dgm:t>
        <a:bodyPr/>
        <a:lstStyle/>
        <a:p>
          <a:endParaRPr lang="en-US"/>
        </a:p>
      </dgm:t>
    </dgm:pt>
    <dgm:pt modelId="{1F00C783-35D1-452C-8E62-2F04B6502C4B}" type="pres">
      <dgm:prSet presAssocID="{870ACC71-40E5-4546-A4BB-CD240C2C53C7}" presName="linear" presStyleCnt="0">
        <dgm:presLayoutVars>
          <dgm:animLvl val="lvl"/>
          <dgm:resizeHandles val="exact"/>
        </dgm:presLayoutVars>
      </dgm:prSet>
      <dgm:spPr/>
    </dgm:pt>
    <dgm:pt modelId="{AAB847D9-E99E-4F74-9A48-7F19576C2D8C}" type="pres">
      <dgm:prSet presAssocID="{814984E4-7F06-419F-A38F-92B7B82EAC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DA46A9-F6CC-4128-8A7D-BC1BF125056B}" type="pres">
      <dgm:prSet presAssocID="{53CCF983-5FC2-456B-8E32-61FF1326723C}" presName="spacer" presStyleCnt="0"/>
      <dgm:spPr/>
    </dgm:pt>
    <dgm:pt modelId="{E37FC163-1524-4899-A62A-96B16674991C}" type="pres">
      <dgm:prSet presAssocID="{B21815FA-DC3A-4782-BD9D-BF4B8D42E17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B3657E-1C61-49D9-837A-B6CE8E6A92E5}" type="pres">
      <dgm:prSet presAssocID="{694B12ED-C006-41AA-AE7C-4C9EF2A98C6B}" presName="spacer" presStyleCnt="0"/>
      <dgm:spPr/>
    </dgm:pt>
    <dgm:pt modelId="{DA2B391A-51D6-41CC-AAF3-3AEF7647613A}" type="pres">
      <dgm:prSet presAssocID="{00748967-6ACB-4202-B634-5AB8454FA3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679FA3-6382-4D57-BFF3-9CA7A8385102}" type="pres">
      <dgm:prSet presAssocID="{EAE3B031-D45A-4649-8FF1-C501F6E97C66}" presName="spacer" presStyleCnt="0"/>
      <dgm:spPr/>
    </dgm:pt>
    <dgm:pt modelId="{CA34B1EF-3B0C-4C77-9FB3-DA2B7BB1EA56}" type="pres">
      <dgm:prSet presAssocID="{C6F0AA88-D137-46A0-99B9-D0B61A822D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FB980E-E6C0-4A30-85BA-483A22383EF0}" type="presOf" srcId="{870ACC71-40E5-4546-A4BB-CD240C2C53C7}" destId="{1F00C783-35D1-452C-8E62-2F04B6502C4B}" srcOrd="0" destOrd="0" presId="urn:microsoft.com/office/officeart/2005/8/layout/vList2"/>
    <dgm:cxn modelId="{4D290620-CDF5-4A8D-A178-3E14F29447F7}" srcId="{870ACC71-40E5-4546-A4BB-CD240C2C53C7}" destId="{00748967-6ACB-4202-B634-5AB8454FA33C}" srcOrd="2" destOrd="0" parTransId="{555E78E4-D4B5-43F0-AF9E-ED5E82C44298}" sibTransId="{EAE3B031-D45A-4649-8FF1-C501F6E97C66}"/>
    <dgm:cxn modelId="{B96D9645-8352-46DC-A848-EF290A3E5C9A}" type="presOf" srcId="{814984E4-7F06-419F-A38F-92B7B82EACD3}" destId="{AAB847D9-E99E-4F74-9A48-7F19576C2D8C}" srcOrd="0" destOrd="0" presId="urn:microsoft.com/office/officeart/2005/8/layout/vList2"/>
    <dgm:cxn modelId="{BBFFBC83-45A9-403B-8B3B-826C5F8120A8}" srcId="{870ACC71-40E5-4546-A4BB-CD240C2C53C7}" destId="{B21815FA-DC3A-4782-BD9D-BF4B8D42E179}" srcOrd="1" destOrd="0" parTransId="{AA9B3CFE-D662-4573-B226-CCE1CADA72DA}" sibTransId="{694B12ED-C006-41AA-AE7C-4C9EF2A98C6B}"/>
    <dgm:cxn modelId="{67FC8897-8C86-43E0-94ED-437486FA9A85}" type="presOf" srcId="{B21815FA-DC3A-4782-BD9D-BF4B8D42E179}" destId="{E37FC163-1524-4899-A62A-96B16674991C}" srcOrd="0" destOrd="0" presId="urn:microsoft.com/office/officeart/2005/8/layout/vList2"/>
    <dgm:cxn modelId="{12B8A29B-9914-4320-AA1E-260EA845FDA9}" type="presOf" srcId="{00748967-6ACB-4202-B634-5AB8454FA33C}" destId="{DA2B391A-51D6-41CC-AAF3-3AEF7647613A}" srcOrd="0" destOrd="0" presId="urn:microsoft.com/office/officeart/2005/8/layout/vList2"/>
    <dgm:cxn modelId="{01E97CA9-9906-4322-92F3-F521386233F1}" srcId="{870ACC71-40E5-4546-A4BB-CD240C2C53C7}" destId="{C6F0AA88-D137-46A0-99B9-D0B61A822DE2}" srcOrd="3" destOrd="0" parTransId="{A64E9BDE-D7C8-4C41-BA06-C278CF14281E}" sibTransId="{421C069F-EDD9-4C4E-8819-FD4E5561A5EF}"/>
    <dgm:cxn modelId="{E189DFC0-DF91-47AA-9EAC-0D0ADA5F31EE}" type="presOf" srcId="{C6F0AA88-D137-46A0-99B9-D0B61A822DE2}" destId="{CA34B1EF-3B0C-4C77-9FB3-DA2B7BB1EA56}" srcOrd="0" destOrd="0" presId="urn:microsoft.com/office/officeart/2005/8/layout/vList2"/>
    <dgm:cxn modelId="{70752CC6-2086-494B-B7D0-517FA3F3AB5C}" srcId="{870ACC71-40E5-4546-A4BB-CD240C2C53C7}" destId="{814984E4-7F06-419F-A38F-92B7B82EACD3}" srcOrd="0" destOrd="0" parTransId="{31315256-2ECE-4A6E-A88B-801FB7FAA839}" sibTransId="{53CCF983-5FC2-456B-8E32-61FF1326723C}"/>
    <dgm:cxn modelId="{4E6C4676-10DA-4B1C-9E76-48BEDA1B2BE7}" type="presParOf" srcId="{1F00C783-35D1-452C-8E62-2F04B6502C4B}" destId="{AAB847D9-E99E-4F74-9A48-7F19576C2D8C}" srcOrd="0" destOrd="0" presId="urn:microsoft.com/office/officeart/2005/8/layout/vList2"/>
    <dgm:cxn modelId="{56DD6052-6C16-4608-905A-AD85BF6FBE03}" type="presParOf" srcId="{1F00C783-35D1-452C-8E62-2F04B6502C4B}" destId="{79DA46A9-F6CC-4128-8A7D-BC1BF125056B}" srcOrd="1" destOrd="0" presId="urn:microsoft.com/office/officeart/2005/8/layout/vList2"/>
    <dgm:cxn modelId="{E3ECCC46-3A20-48CA-A923-96550D5BC207}" type="presParOf" srcId="{1F00C783-35D1-452C-8E62-2F04B6502C4B}" destId="{E37FC163-1524-4899-A62A-96B16674991C}" srcOrd="2" destOrd="0" presId="urn:microsoft.com/office/officeart/2005/8/layout/vList2"/>
    <dgm:cxn modelId="{F3B7F834-9F98-49CE-BE29-80BA820EF54E}" type="presParOf" srcId="{1F00C783-35D1-452C-8E62-2F04B6502C4B}" destId="{DCB3657E-1C61-49D9-837A-B6CE8E6A92E5}" srcOrd="3" destOrd="0" presId="urn:microsoft.com/office/officeart/2005/8/layout/vList2"/>
    <dgm:cxn modelId="{6AB7C69A-C040-400C-854C-37E91F27B79F}" type="presParOf" srcId="{1F00C783-35D1-452C-8E62-2F04B6502C4B}" destId="{DA2B391A-51D6-41CC-AAF3-3AEF7647613A}" srcOrd="4" destOrd="0" presId="urn:microsoft.com/office/officeart/2005/8/layout/vList2"/>
    <dgm:cxn modelId="{BFCCB377-6597-4B5B-B41E-F41EE99E345F}" type="presParOf" srcId="{1F00C783-35D1-452C-8E62-2F04B6502C4B}" destId="{2D679FA3-6382-4D57-BFF3-9CA7A8385102}" srcOrd="5" destOrd="0" presId="urn:microsoft.com/office/officeart/2005/8/layout/vList2"/>
    <dgm:cxn modelId="{6433ECD2-D6A5-4DDC-9F65-3B8EF845B236}" type="presParOf" srcId="{1F00C783-35D1-452C-8E62-2F04B6502C4B}" destId="{CA34B1EF-3B0C-4C77-9FB3-DA2B7BB1EA5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D27132-6D7C-4CE6-A242-A5102FCF66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552921-6ED8-4A58-9BB0-8404834D7D27}">
      <dgm:prSet/>
      <dgm:spPr/>
      <dgm:t>
        <a:bodyPr/>
        <a:lstStyle/>
        <a:p>
          <a:r>
            <a:rPr lang="en-US"/>
            <a:t>Biyolojik</a:t>
          </a:r>
        </a:p>
      </dgm:t>
    </dgm:pt>
    <dgm:pt modelId="{2986F4B6-90E5-450E-8B0B-7DB1FB490E97}" type="parTrans" cxnId="{831A1A8C-18D6-42E8-8AFD-B34EBD933CDD}">
      <dgm:prSet/>
      <dgm:spPr/>
      <dgm:t>
        <a:bodyPr/>
        <a:lstStyle/>
        <a:p>
          <a:endParaRPr lang="en-US"/>
        </a:p>
      </dgm:t>
    </dgm:pt>
    <dgm:pt modelId="{8B65F456-D964-4924-AC12-757BC51437F2}" type="sibTrans" cxnId="{831A1A8C-18D6-42E8-8AFD-B34EBD933CDD}">
      <dgm:prSet/>
      <dgm:spPr/>
      <dgm:t>
        <a:bodyPr/>
        <a:lstStyle/>
        <a:p>
          <a:endParaRPr lang="en-US"/>
        </a:p>
      </dgm:t>
    </dgm:pt>
    <dgm:pt modelId="{F9901B44-B12D-4C74-BCBF-A2A39BCBE647}">
      <dgm:prSet/>
      <dgm:spPr/>
      <dgm:t>
        <a:bodyPr/>
        <a:lstStyle/>
        <a:p>
          <a:r>
            <a:rPr lang="en-US"/>
            <a:t>Kimyasal</a:t>
          </a:r>
        </a:p>
      </dgm:t>
    </dgm:pt>
    <dgm:pt modelId="{562F18CA-528F-455A-8951-E62AABBB6C8E}" type="parTrans" cxnId="{D16A0FF0-3B22-4F74-ADE1-F382877D77EE}">
      <dgm:prSet/>
      <dgm:spPr/>
      <dgm:t>
        <a:bodyPr/>
        <a:lstStyle/>
        <a:p>
          <a:endParaRPr lang="en-US"/>
        </a:p>
      </dgm:t>
    </dgm:pt>
    <dgm:pt modelId="{3F703197-AA2D-457A-8857-B56FAFB15AC6}" type="sibTrans" cxnId="{D16A0FF0-3B22-4F74-ADE1-F382877D77EE}">
      <dgm:prSet/>
      <dgm:spPr/>
      <dgm:t>
        <a:bodyPr/>
        <a:lstStyle/>
        <a:p>
          <a:endParaRPr lang="en-US"/>
        </a:p>
      </dgm:t>
    </dgm:pt>
    <dgm:pt modelId="{961F95A8-8332-4E17-A77B-5073772C0745}">
      <dgm:prSet/>
      <dgm:spPr/>
      <dgm:t>
        <a:bodyPr/>
        <a:lstStyle/>
        <a:p>
          <a:r>
            <a:rPr lang="en-US"/>
            <a:t>Fiziksel</a:t>
          </a:r>
        </a:p>
      </dgm:t>
    </dgm:pt>
    <dgm:pt modelId="{60015288-654F-41FB-AD42-AEBC4175B7E3}" type="parTrans" cxnId="{D1860FCC-BC25-4438-8BB6-5F0820277A8F}">
      <dgm:prSet/>
      <dgm:spPr/>
      <dgm:t>
        <a:bodyPr/>
        <a:lstStyle/>
        <a:p>
          <a:endParaRPr lang="en-US"/>
        </a:p>
      </dgm:t>
    </dgm:pt>
    <dgm:pt modelId="{94C25A86-25C8-403F-A11F-868AA7CE7C53}" type="sibTrans" cxnId="{D1860FCC-BC25-4438-8BB6-5F0820277A8F}">
      <dgm:prSet/>
      <dgm:spPr/>
      <dgm:t>
        <a:bodyPr/>
        <a:lstStyle/>
        <a:p>
          <a:endParaRPr lang="en-US"/>
        </a:p>
      </dgm:t>
    </dgm:pt>
    <dgm:pt modelId="{CD7B7076-18A5-4F78-99C6-54712553F08A}">
      <dgm:prSet/>
      <dgm:spPr/>
      <dgm:t>
        <a:bodyPr/>
        <a:lstStyle/>
        <a:p>
          <a:r>
            <a:rPr lang="en-US"/>
            <a:t>Ergonomik</a:t>
          </a:r>
        </a:p>
      </dgm:t>
    </dgm:pt>
    <dgm:pt modelId="{35BB9917-C1C7-484D-9067-7A050E13B7ED}" type="parTrans" cxnId="{CFF8F223-0B42-4F82-B687-93A96539089D}">
      <dgm:prSet/>
      <dgm:spPr/>
      <dgm:t>
        <a:bodyPr/>
        <a:lstStyle/>
        <a:p>
          <a:endParaRPr lang="en-US"/>
        </a:p>
      </dgm:t>
    </dgm:pt>
    <dgm:pt modelId="{6C4D1388-0C5C-48E7-A377-7CB09F8F6E8A}" type="sibTrans" cxnId="{CFF8F223-0B42-4F82-B687-93A96539089D}">
      <dgm:prSet/>
      <dgm:spPr/>
      <dgm:t>
        <a:bodyPr/>
        <a:lstStyle/>
        <a:p>
          <a:endParaRPr lang="en-US"/>
        </a:p>
      </dgm:t>
    </dgm:pt>
    <dgm:pt modelId="{5DA63B5F-A5F3-456B-95C3-CBA6B0461CC1}">
      <dgm:prSet/>
      <dgm:spPr/>
      <dgm:t>
        <a:bodyPr/>
        <a:lstStyle/>
        <a:p>
          <a:r>
            <a:rPr lang="en-US"/>
            <a:t>Psikososyal</a:t>
          </a:r>
        </a:p>
      </dgm:t>
    </dgm:pt>
    <dgm:pt modelId="{89EFFEF3-4878-4906-98C2-E3C73EC556C2}" type="parTrans" cxnId="{C390C469-0F3F-43A6-B50B-D81B86DE16F1}">
      <dgm:prSet/>
      <dgm:spPr/>
      <dgm:t>
        <a:bodyPr/>
        <a:lstStyle/>
        <a:p>
          <a:endParaRPr lang="en-US"/>
        </a:p>
      </dgm:t>
    </dgm:pt>
    <dgm:pt modelId="{743EBC3C-7EEF-4F5D-B60C-325B24C67E53}" type="sibTrans" cxnId="{C390C469-0F3F-43A6-B50B-D81B86DE16F1}">
      <dgm:prSet/>
      <dgm:spPr/>
      <dgm:t>
        <a:bodyPr/>
        <a:lstStyle/>
        <a:p>
          <a:endParaRPr lang="en-US"/>
        </a:p>
      </dgm:t>
    </dgm:pt>
    <dgm:pt modelId="{793E4951-52BC-41DA-A429-25581ED22DAB}" type="pres">
      <dgm:prSet presAssocID="{43D27132-6D7C-4CE6-A242-A5102FCF6685}" presName="linear" presStyleCnt="0">
        <dgm:presLayoutVars>
          <dgm:animLvl val="lvl"/>
          <dgm:resizeHandles val="exact"/>
        </dgm:presLayoutVars>
      </dgm:prSet>
      <dgm:spPr/>
    </dgm:pt>
    <dgm:pt modelId="{A1753F5F-E96B-4F83-9C6F-FC2F093B5FAA}" type="pres">
      <dgm:prSet presAssocID="{14552921-6ED8-4A58-9BB0-8404834D7D2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8EACBD-12E5-4ED0-8FD9-FCC75BCDBBDC}" type="pres">
      <dgm:prSet presAssocID="{8B65F456-D964-4924-AC12-757BC51437F2}" presName="spacer" presStyleCnt="0"/>
      <dgm:spPr/>
    </dgm:pt>
    <dgm:pt modelId="{984520A6-7278-4312-80A5-724508B74F27}" type="pres">
      <dgm:prSet presAssocID="{F9901B44-B12D-4C74-BCBF-A2A39BCBE64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B102616-5520-4FDB-BEDF-55EB518AD178}" type="pres">
      <dgm:prSet presAssocID="{3F703197-AA2D-457A-8857-B56FAFB15AC6}" presName="spacer" presStyleCnt="0"/>
      <dgm:spPr/>
    </dgm:pt>
    <dgm:pt modelId="{6F979ED5-B358-46D5-9B32-5E61BBDE8CD2}" type="pres">
      <dgm:prSet presAssocID="{961F95A8-8332-4E17-A77B-5073772C07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34B65BF-79CC-49C0-B880-6BE455FE0FE8}" type="pres">
      <dgm:prSet presAssocID="{94C25A86-25C8-403F-A11F-868AA7CE7C53}" presName="spacer" presStyleCnt="0"/>
      <dgm:spPr/>
    </dgm:pt>
    <dgm:pt modelId="{9A4315D5-499E-4AFF-A8C1-FB119CEB93C2}" type="pres">
      <dgm:prSet presAssocID="{CD7B7076-18A5-4F78-99C6-54712553F08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1D8ADE9-6E2A-4258-BD1C-AEC47FC2CD6C}" type="pres">
      <dgm:prSet presAssocID="{6C4D1388-0C5C-48E7-A377-7CB09F8F6E8A}" presName="spacer" presStyleCnt="0"/>
      <dgm:spPr/>
    </dgm:pt>
    <dgm:pt modelId="{C6CC93CD-AFB5-43E1-BD44-C8C25BDA806A}" type="pres">
      <dgm:prSet presAssocID="{5DA63B5F-A5F3-456B-95C3-CBA6B0461CC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AD6010E-5961-4E4A-BB31-0B72C08CE183}" type="presOf" srcId="{43D27132-6D7C-4CE6-A242-A5102FCF6685}" destId="{793E4951-52BC-41DA-A429-25581ED22DAB}" srcOrd="0" destOrd="0" presId="urn:microsoft.com/office/officeart/2005/8/layout/vList2"/>
    <dgm:cxn modelId="{C325CA1D-5A1A-4973-96EF-4E92D51B0B30}" type="presOf" srcId="{F9901B44-B12D-4C74-BCBF-A2A39BCBE647}" destId="{984520A6-7278-4312-80A5-724508B74F27}" srcOrd="0" destOrd="0" presId="urn:microsoft.com/office/officeart/2005/8/layout/vList2"/>
    <dgm:cxn modelId="{CFF8F223-0B42-4F82-B687-93A96539089D}" srcId="{43D27132-6D7C-4CE6-A242-A5102FCF6685}" destId="{CD7B7076-18A5-4F78-99C6-54712553F08A}" srcOrd="3" destOrd="0" parTransId="{35BB9917-C1C7-484D-9067-7A050E13B7ED}" sibTransId="{6C4D1388-0C5C-48E7-A377-7CB09F8F6E8A}"/>
    <dgm:cxn modelId="{C390C469-0F3F-43A6-B50B-D81B86DE16F1}" srcId="{43D27132-6D7C-4CE6-A242-A5102FCF6685}" destId="{5DA63B5F-A5F3-456B-95C3-CBA6B0461CC1}" srcOrd="4" destOrd="0" parTransId="{89EFFEF3-4878-4906-98C2-E3C73EC556C2}" sibTransId="{743EBC3C-7EEF-4F5D-B60C-325B24C67E53}"/>
    <dgm:cxn modelId="{5F50A36F-719B-4300-B02C-315356B77C6B}" type="presOf" srcId="{961F95A8-8332-4E17-A77B-5073772C0745}" destId="{6F979ED5-B358-46D5-9B32-5E61BBDE8CD2}" srcOrd="0" destOrd="0" presId="urn:microsoft.com/office/officeart/2005/8/layout/vList2"/>
    <dgm:cxn modelId="{A1AB6972-EC65-475F-BABF-9B1EA9201FE6}" type="presOf" srcId="{CD7B7076-18A5-4F78-99C6-54712553F08A}" destId="{9A4315D5-499E-4AFF-A8C1-FB119CEB93C2}" srcOrd="0" destOrd="0" presId="urn:microsoft.com/office/officeart/2005/8/layout/vList2"/>
    <dgm:cxn modelId="{831A1A8C-18D6-42E8-8AFD-B34EBD933CDD}" srcId="{43D27132-6D7C-4CE6-A242-A5102FCF6685}" destId="{14552921-6ED8-4A58-9BB0-8404834D7D27}" srcOrd="0" destOrd="0" parTransId="{2986F4B6-90E5-450E-8B0B-7DB1FB490E97}" sibTransId="{8B65F456-D964-4924-AC12-757BC51437F2}"/>
    <dgm:cxn modelId="{2CDA65AF-C572-4CFA-AB9C-78D011DCC525}" type="presOf" srcId="{14552921-6ED8-4A58-9BB0-8404834D7D27}" destId="{A1753F5F-E96B-4F83-9C6F-FC2F093B5FAA}" srcOrd="0" destOrd="0" presId="urn:microsoft.com/office/officeart/2005/8/layout/vList2"/>
    <dgm:cxn modelId="{D125BCBA-9881-4168-BE83-D0C3790F67C4}" type="presOf" srcId="{5DA63B5F-A5F3-456B-95C3-CBA6B0461CC1}" destId="{C6CC93CD-AFB5-43E1-BD44-C8C25BDA806A}" srcOrd="0" destOrd="0" presId="urn:microsoft.com/office/officeart/2005/8/layout/vList2"/>
    <dgm:cxn modelId="{D1860FCC-BC25-4438-8BB6-5F0820277A8F}" srcId="{43D27132-6D7C-4CE6-A242-A5102FCF6685}" destId="{961F95A8-8332-4E17-A77B-5073772C0745}" srcOrd="2" destOrd="0" parTransId="{60015288-654F-41FB-AD42-AEBC4175B7E3}" sibTransId="{94C25A86-25C8-403F-A11F-868AA7CE7C53}"/>
    <dgm:cxn modelId="{D16A0FF0-3B22-4F74-ADE1-F382877D77EE}" srcId="{43D27132-6D7C-4CE6-A242-A5102FCF6685}" destId="{F9901B44-B12D-4C74-BCBF-A2A39BCBE647}" srcOrd="1" destOrd="0" parTransId="{562F18CA-528F-455A-8951-E62AABBB6C8E}" sibTransId="{3F703197-AA2D-457A-8857-B56FAFB15AC6}"/>
    <dgm:cxn modelId="{F9E27AD6-872E-4737-80D8-169670CD9F58}" type="presParOf" srcId="{793E4951-52BC-41DA-A429-25581ED22DAB}" destId="{A1753F5F-E96B-4F83-9C6F-FC2F093B5FAA}" srcOrd="0" destOrd="0" presId="urn:microsoft.com/office/officeart/2005/8/layout/vList2"/>
    <dgm:cxn modelId="{A7BAE529-DC65-4599-A5B1-62E63CEBF2B0}" type="presParOf" srcId="{793E4951-52BC-41DA-A429-25581ED22DAB}" destId="{708EACBD-12E5-4ED0-8FD9-FCC75BCDBBDC}" srcOrd="1" destOrd="0" presId="urn:microsoft.com/office/officeart/2005/8/layout/vList2"/>
    <dgm:cxn modelId="{6BB1246A-B897-47A5-AC1A-57574785CE83}" type="presParOf" srcId="{793E4951-52BC-41DA-A429-25581ED22DAB}" destId="{984520A6-7278-4312-80A5-724508B74F27}" srcOrd="2" destOrd="0" presId="urn:microsoft.com/office/officeart/2005/8/layout/vList2"/>
    <dgm:cxn modelId="{B9C733FA-0833-455D-B5F0-87EAA0BBF060}" type="presParOf" srcId="{793E4951-52BC-41DA-A429-25581ED22DAB}" destId="{5B102616-5520-4FDB-BEDF-55EB518AD178}" srcOrd="3" destOrd="0" presId="urn:microsoft.com/office/officeart/2005/8/layout/vList2"/>
    <dgm:cxn modelId="{1206E426-A975-4FC2-9944-5FD8BAC1DB74}" type="presParOf" srcId="{793E4951-52BC-41DA-A429-25581ED22DAB}" destId="{6F979ED5-B358-46D5-9B32-5E61BBDE8CD2}" srcOrd="4" destOrd="0" presId="urn:microsoft.com/office/officeart/2005/8/layout/vList2"/>
    <dgm:cxn modelId="{E51B28AD-0790-4CD7-B336-987A08AC2A67}" type="presParOf" srcId="{793E4951-52BC-41DA-A429-25581ED22DAB}" destId="{E34B65BF-79CC-49C0-B880-6BE455FE0FE8}" srcOrd="5" destOrd="0" presId="urn:microsoft.com/office/officeart/2005/8/layout/vList2"/>
    <dgm:cxn modelId="{C4BEEB14-4CDB-436E-A5B9-E4DE87B0A104}" type="presParOf" srcId="{793E4951-52BC-41DA-A429-25581ED22DAB}" destId="{9A4315D5-499E-4AFF-A8C1-FB119CEB93C2}" srcOrd="6" destOrd="0" presId="urn:microsoft.com/office/officeart/2005/8/layout/vList2"/>
    <dgm:cxn modelId="{229B73AA-5307-44DA-B6AD-1A46E1495CB8}" type="presParOf" srcId="{793E4951-52BC-41DA-A429-25581ED22DAB}" destId="{E1D8ADE9-6E2A-4258-BD1C-AEC47FC2CD6C}" srcOrd="7" destOrd="0" presId="urn:microsoft.com/office/officeart/2005/8/layout/vList2"/>
    <dgm:cxn modelId="{16D38C43-F08E-4050-A092-012EAA55A265}" type="presParOf" srcId="{793E4951-52BC-41DA-A429-25581ED22DAB}" destId="{C6CC93CD-AFB5-43E1-BD44-C8C25BDA806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A6E9FAC-B5B0-4E9D-8E2F-BE505FCCF0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B4BC9B-91D0-4931-9EFA-25DB347B287C}">
      <dgm:prSet/>
      <dgm:spPr/>
      <dgm:t>
        <a:bodyPr/>
        <a:lstStyle/>
        <a:p>
          <a:r>
            <a:rPr lang="en-US"/>
            <a:t>Gürültü</a:t>
          </a:r>
        </a:p>
      </dgm:t>
    </dgm:pt>
    <dgm:pt modelId="{9F7B5673-32AF-4BC3-A8B8-9F14B91E961A}" type="parTrans" cxnId="{101574A3-5B2F-4B56-86D2-7697B588269B}">
      <dgm:prSet/>
      <dgm:spPr/>
      <dgm:t>
        <a:bodyPr/>
        <a:lstStyle/>
        <a:p>
          <a:endParaRPr lang="en-US"/>
        </a:p>
      </dgm:t>
    </dgm:pt>
    <dgm:pt modelId="{2A9DA424-8431-4099-B5AD-97617C802E9C}" type="sibTrans" cxnId="{101574A3-5B2F-4B56-86D2-7697B588269B}">
      <dgm:prSet/>
      <dgm:spPr/>
      <dgm:t>
        <a:bodyPr/>
        <a:lstStyle/>
        <a:p>
          <a:endParaRPr lang="en-US"/>
        </a:p>
      </dgm:t>
    </dgm:pt>
    <dgm:pt modelId="{26E64314-96DE-4D59-BDED-2CBD79AD93E5}">
      <dgm:prSet/>
      <dgm:spPr/>
      <dgm:t>
        <a:bodyPr/>
        <a:lstStyle/>
        <a:p>
          <a:r>
            <a:rPr lang="en-US"/>
            <a:t>Titreşim</a:t>
          </a:r>
        </a:p>
      </dgm:t>
    </dgm:pt>
    <dgm:pt modelId="{524C3A25-F48A-4DE5-AE81-49739DFA4CA6}" type="parTrans" cxnId="{8F7879FF-5CB2-452C-BEF9-FD6604FCD923}">
      <dgm:prSet/>
      <dgm:spPr/>
      <dgm:t>
        <a:bodyPr/>
        <a:lstStyle/>
        <a:p>
          <a:endParaRPr lang="en-US"/>
        </a:p>
      </dgm:t>
    </dgm:pt>
    <dgm:pt modelId="{DB91271B-5348-44A9-ADB4-1677E505798D}" type="sibTrans" cxnId="{8F7879FF-5CB2-452C-BEF9-FD6604FCD923}">
      <dgm:prSet/>
      <dgm:spPr/>
      <dgm:t>
        <a:bodyPr/>
        <a:lstStyle/>
        <a:p>
          <a:endParaRPr lang="en-US"/>
        </a:p>
      </dgm:t>
    </dgm:pt>
    <dgm:pt modelId="{2F2EB455-D0A3-44D9-A615-4BD882CE2A7F}">
      <dgm:prSet/>
      <dgm:spPr/>
      <dgm:t>
        <a:bodyPr/>
        <a:lstStyle/>
        <a:p>
          <a:r>
            <a:rPr lang="en-US"/>
            <a:t>Aydınlatma</a:t>
          </a:r>
        </a:p>
      </dgm:t>
    </dgm:pt>
    <dgm:pt modelId="{4A63C9E6-2C84-43D5-8DB6-EAE2243979DA}" type="parTrans" cxnId="{9436FE12-A9E9-4518-98B4-EAD8F799C358}">
      <dgm:prSet/>
      <dgm:spPr/>
      <dgm:t>
        <a:bodyPr/>
        <a:lstStyle/>
        <a:p>
          <a:endParaRPr lang="en-US"/>
        </a:p>
      </dgm:t>
    </dgm:pt>
    <dgm:pt modelId="{D333A0CF-F738-422F-B2B0-D15A3C53C37F}" type="sibTrans" cxnId="{9436FE12-A9E9-4518-98B4-EAD8F799C358}">
      <dgm:prSet/>
      <dgm:spPr/>
      <dgm:t>
        <a:bodyPr/>
        <a:lstStyle/>
        <a:p>
          <a:endParaRPr lang="en-US"/>
        </a:p>
      </dgm:t>
    </dgm:pt>
    <dgm:pt modelId="{F1C1C14C-A26D-462B-9594-7902A430AAC4}">
      <dgm:prSet/>
      <dgm:spPr/>
      <dgm:t>
        <a:bodyPr/>
        <a:lstStyle/>
        <a:p>
          <a:r>
            <a:rPr lang="en-US"/>
            <a:t>Termal konfor</a:t>
          </a:r>
        </a:p>
      </dgm:t>
    </dgm:pt>
    <dgm:pt modelId="{5E634CEE-BD6A-4DC6-95EE-F8DC3BF38F4E}" type="parTrans" cxnId="{B8519C0C-AAB8-4E5B-9A14-CAE13A725A39}">
      <dgm:prSet/>
      <dgm:spPr/>
      <dgm:t>
        <a:bodyPr/>
        <a:lstStyle/>
        <a:p>
          <a:endParaRPr lang="en-US"/>
        </a:p>
      </dgm:t>
    </dgm:pt>
    <dgm:pt modelId="{B4911867-F8A4-431F-9618-F255B9F34EED}" type="sibTrans" cxnId="{B8519C0C-AAB8-4E5B-9A14-CAE13A725A39}">
      <dgm:prSet/>
      <dgm:spPr/>
      <dgm:t>
        <a:bodyPr/>
        <a:lstStyle/>
        <a:p>
          <a:endParaRPr lang="en-US"/>
        </a:p>
      </dgm:t>
    </dgm:pt>
    <dgm:pt modelId="{E3AB8DCF-823B-4475-8C56-9527423A21EE}">
      <dgm:prSet/>
      <dgm:spPr/>
      <dgm:t>
        <a:bodyPr/>
        <a:lstStyle/>
        <a:p>
          <a:r>
            <a:rPr lang="en-US"/>
            <a:t>Basınç ve radyasyon</a:t>
          </a:r>
        </a:p>
      </dgm:t>
    </dgm:pt>
    <dgm:pt modelId="{CC51AC05-8F55-4CB2-81EE-BF5E0FE07E77}" type="parTrans" cxnId="{C154FD42-FAD4-4067-A529-0F7C9D9E4B94}">
      <dgm:prSet/>
      <dgm:spPr/>
      <dgm:t>
        <a:bodyPr/>
        <a:lstStyle/>
        <a:p>
          <a:endParaRPr lang="en-US"/>
        </a:p>
      </dgm:t>
    </dgm:pt>
    <dgm:pt modelId="{63E7BE7C-D685-4511-9E9D-3BCDDD5DA092}" type="sibTrans" cxnId="{C154FD42-FAD4-4067-A529-0F7C9D9E4B94}">
      <dgm:prSet/>
      <dgm:spPr/>
      <dgm:t>
        <a:bodyPr/>
        <a:lstStyle/>
        <a:p>
          <a:endParaRPr lang="en-US"/>
        </a:p>
      </dgm:t>
    </dgm:pt>
    <dgm:pt modelId="{510E7978-1DF0-4DC1-9BEC-5BAD864308C8}" type="pres">
      <dgm:prSet presAssocID="{6A6E9FAC-B5B0-4E9D-8E2F-BE505FCCF0C3}" presName="root" presStyleCnt="0">
        <dgm:presLayoutVars>
          <dgm:dir/>
          <dgm:resizeHandles val="exact"/>
        </dgm:presLayoutVars>
      </dgm:prSet>
      <dgm:spPr/>
    </dgm:pt>
    <dgm:pt modelId="{49C1B6EF-2BC8-47BC-BDEA-4F7949B9DBE6}" type="pres">
      <dgm:prSet presAssocID="{49B4BC9B-91D0-4931-9EFA-25DB347B287C}" presName="compNode" presStyleCnt="0"/>
      <dgm:spPr/>
    </dgm:pt>
    <dgm:pt modelId="{5626B85C-DAB7-4EB8-B88A-8DA09E363ACF}" type="pres">
      <dgm:prSet presAssocID="{49B4BC9B-91D0-4931-9EFA-25DB347B287C}" presName="bgRect" presStyleLbl="bgShp" presStyleIdx="0" presStyleCnt="5"/>
      <dgm:spPr/>
    </dgm:pt>
    <dgm:pt modelId="{9B9FDABB-3CFF-4446-90A1-CDEA7A134CC7}" type="pres">
      <dgm:prSet presAssocID="{49B4BC9B-91D0-4931-9EFA-25DB347B287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itme engelli"/>
        </a:ext>
      </dgm:extLst>
    </dgm:pt>
    <dgm:pt modelId="{01ABF45C-64CB-4F18-82BA-9F696AAAFC41}" type="pres">
      <dgm:prSet presAssocID="{49B4BC9B-91D0-4931-9EFA-25DB347B287C}" presName="spaceRect" presStyleCnt="0"/>
      <dgm:spPr/>
    </dgm:pt>
    <dgm:pt modelId="{E31F8839-3115-47FF-A516-6C896265454E}" type="pres">
      <dgm:prSet presAssocID="{49B4BC9B-91D0-4931-9EFA-25DB347B287C}" presName="parTx" presStyleLbl="revTx" presStyleIdx="0" presStyleCnt="5">
        <dgm:presLayoutVars>
          <dgm:chMax val="0"/>
          <dgm:chPref val="0"/>
        </dgm:presLayoutVars>
      </dgm:prSet>
      <dgm:spPr/>
    </dgm:pt>
    <dgm:pt modelId="{81CF3C1E-E916-413E-870E-5C1E6EC76AB5}" type="pres">
      <dgm:prSet presAssocID="{2A9DA424-8431-4099-B5AD-97617C802E9C}" presName="sibTrans" presStyleCnt="0"/>
      <dgm:spPr/>
    </dgm:pt>
    <dgm:pt modelId="{C06A86F9-8940-45E6-A412-03FC5D5C56D6}" type="pres">
      <dgm:prSet presAssocID="{26E64314-96DE-4D59-BDED-2CBD79AD93E5}" presName="compNode" presStyleCnt="0"/>
      <dgm:spPr/>
    </dgm:pt>
    <dgm:pt modelId="{20770837-3597-4E2F-BFA4-1D9C88750801}" type="pres">
      <dgm:prSet presAssocID="{26E64314-96DE-4D59-BDED-2CBD79AD93E5}" presName="bgRect" presStyleLbl="bgShp" presStyleIdx="1" presStyleCnt="5"/>
      <dgm:spPr/>
    </dgm:pt>
    <dgm:pt modelId="{FCF071C7-44B3-4CE1-9676-855D6903B99A}" type="pres">
      <dgm:prSet presAssocID="{26E64314-96DE-4D59-BDED-2CBD79AD93E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s Düzeyi"/>
        </a:ext>
      </dgm:extLst>
    </dgm:pt>
    <dgm:pt modelId="{ABD026C3-4379-46AE-BBF5-FC27AA82A837}" type="pres">
      <dgm:prSet presAssocID="{26E64314-96DE-4D59-BDED-2CBD79AD93E5}" presName="spaceRect" presStyleCnt="0"/>
      <dgm:spPr/>
    </dgm:pt>
    <dgm:pt modelId="{0A0EE531-A004-442C-B14F-B459B162EA77}" type="pres">
      <dgm:prSet presAssocID="{26E64314-96DE-4D59-BDED-2CBD79AD93E5}" presName="parTx" presStyleLbl="revTx" presStyleIdx="1" presStyleCnt="5">
        <dgm:presLayoutVars>
          <dgm:chMax val="0"/>
          <dgm:chPref val="0"/>
        </dgm:presLayoutVars>
      </dgm:prSet>
      <dgm:spPr/>
    </dgm:pt>
    <dgm:pt modelId="{43525E24-5930-4B47-890B-B27862E44E21}" type="pres">
      <dgm:prSet presAssocID="{DB91271B-5348-44A9-ADB4-1677E505798D}" presName="sibTrans" presStyleCnt="0"/>
      <dgm:spPr/>
    </dgm:pt>
    <dgm:pt modelId="{16277245-46BF-457A-9F1D-9F059E95466D}" type="pres">
      <dgm:prSet presAssocID="{2F2EB455-D0A3-44D9-A615-4BD882CE2A7F}" presName="compNode" presStyleCnt="0"/>
      <dgm:spPr/>
    </dgm:pt>
    <dgm:pt modelId="{F3BE0CB1-AA81-493F-9710-2E114BD76227}" type="pres">
      <dgm:prSet presAssocID="{2F2EB455-D0A3-44D9-A615-4BD882CE2A7F}" presName="bgRect" presStyleLbl="bgShp" presStyleIdx="2" presStyleCnt="5"/>
      <dgm:spPr/>
    </dgm:pt>
    <dgm:pt modelId="{234B1029-4158-437E-ADE7-8C6FE7D49962}" type="pres">
      <dgm:prSet presAssocID="{2F2EB455-D0A3-44D9-A615-4BD882CE2A7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pul"/>
        </a:ext>
      </dgm:extLst>
    </dgm:pt>
    <dgm:pt modelId="{DFED9553-1E67-4F7C-9CE0-6B7E87ABF3D1}" type="pres">
      <dgm:prSet presAssocID="{2F2EB455-D0A3-44D9-A615-4BD882CE2A7F}" presName="spaceRect" presStyleCnt="0"/>
      <dgm:spPr/>
    </dgm:pt>
    <dgm:pt modelId="{04126EAB-B392-4A39-9113-C5332425FA51}" type="pres">
      <dgm:prSet presAssocID="{2F2EB455-D0A3-44D9-A615-4BD882CE2A7F}" presName="parTx" presStyleLbl="revTx" presStyleIdx="2" presStyleCnt="5">
        <dgm:presLayoutVars>
          <dgm:chMax val="0"/>
          <dgm:chPref val="0"/>
        </dgm:presLayoutVars>
      </dgm:prSet>
      <dgm:spPr/>
    </dgm:pt>
    <dgm:pt modelId="{DB009D11-804D-4435-9E28-EF6AB259C05E}" type="pres">
      <dgm:prSet presAssocID="{D333A0CF-F738-422F-B2B0-D15A3C53C37F}" presName="sibTrans" presStyleCnt="0"/>
      <dgm:spPr/>
    </dgm:pt>
    <dgm:pt modelId="{1DF83E39-2E20-45AA-AD8B-56C8349095C1}" type="pres">
      <dgm:prSet presAssocID="{F1C1C14C-A26D-462B-9594-7902A430AAC4}" presName="compNode" presStyleCnt="0"/>
      <dgm:spPr/>
    </dgm:pt>
    <dgm:pt modelId="{9DAC41A9-D628-462E-BA4D-079A96E5B9E5}" type="pres">
      <dgm:prSet presAssocID="{F1C1C14C-A26D-462B-9594-7902A430AAC4}" presName="bgRect" presStyleLbl="bgShp" presStyleIdx="3" presStyleCnt="5"/>
      <dgm:spPr/>
    </dgm:pt>
    <dgm:pt modelId="{D111E539-E85A-4496-A22B-0BD667196A2D}" type="pres">
      <dgm:prSet presAssocID="{F1C1C14C-A26D-462B-9594-7902A430AAC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z"/>
        </a:ext>
      </dgm:extLst>
    </dgm:pt>
    <dgm:pt modelId="{87C2045A-6223-418E-81F5-BB158D2B6009}" type="pres">
      <dgm:prSet presAssocID="{F1C1C14C-A26D-462B-9594-7902A430AAC4}" presName="spaceRect" presStyleCnt="0"/>
      <dgm:spPr/>
    </dgm:pt>
    <dgm:pt modelId="{ABCD5589-1FB0-4CB6-9DDE-D152F2DA9A15}" type="pres">
      <dgm:prSet presAssocID="{F1C1C14C-A26D-462B-9594-7902A430AAC4}" presName="parTx" presStyleLbl="revTx" presStyleIdx="3" presStyleCnt="5">
        <dgm:presLayoutVars>
          <dgm:chMax val="0"/>
          <dgm:chPref val="0"/>
        </dgm:presLayoutVars>
      </dgm:prSet>
      <dgm:spPr/>
    </dgm:pt>
    <dgm:pt modelId="{F8FDE014-6854-4F35-9169-29E09EE1C691}" type="pres">
      <dgm:prSet presAssocID="{B4911867-F8A4-431F-9618-F255B9F34EED}" presName="sibTrans" presStyleCnt="0"/>
      <dgm:spPr/>
    </dgm:pt>
    <dgm:pt modelId="{A55A791D-FEF8-4E8A-855A-F513B4485852}" type="pres">
      <dgm:prSet presAssocID="{E3AB8DCF-823B-4475-8C56-9527423A21EE}" presName="compNode" presStyleCnt="0"/>
      <dgm:spPr/>
    </dgm:pt>
    <dgm:pt modelId="{BC113D59-FB43-4E1C-A029-F44B50A39D44}" type="pres">
      <dgm:prSet presAssocID="{E3AB8DCF-823B-4475-8C56-9527423A21EE}" presName="bgRect" presStyleLbl="bgShp" presStyleIdx="4" presStyleCnt="5"/>
      <dgm:spPr/>
    </dgm:pt>
    <dgm:pt modelId="{1065D41B-E772-4E26-B062-D3479D237543}" type="pres">
      <dgm:prSet presAssocID="{E3AB8DCF-823B-4475-8C56-9527423A21E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yoaktif"/>
        </a:ext>
      </dgm:extLst>
    </dgm:pt>
    <dgm:pt modelId="{B3B13926-104A-499E-9CF4-96224FE7BABE}" type="pres">
      <dgm:prSet presAssocID="{E3AB8DCF-823B-4475-8C56-9527423A21EE}" presName="spaceRect" presStyleCnt="0"/>
      <dgm:spPr/>
    </dgm:pt>
    <dgm:pt modelId="{5C9CDC11-1F56-4C82-B5CB-DBF2B6734A42}" type="pres">
      <dgm:prSet presAssocID="{E3AB8DCF-823B-4475-8C56-9527423A21E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7489A09-7881-405C-8FF3-580359B7049D}" type="presOf" srcId="{6A6E9FAC-B5B0-4E9D-8E2F-BE505FCCF0C3}" destId="{510E7978-1DF0-4DC1-9BEC-5BAD864308C8}" srcOrd="0" destOrd="0" presId="urn:microsoft.com/office/officeart/2018/2/layout/IconVerticalSolidList"/>
    <dgm:cxn modelId="{B8519C0C-AAB8-4E5B-9A14-CAE13A725A39}" srcId="{6A6E9FAC-B5B0-4E9D-8E2F-BE505FCCF0C3}" destId="{F1C1C14C-A26D-462B-9594-7902A430AAC4}" srcOrd="3" destOrd="0" parTransId="{5E634CEE-BD6A-4DC6-95EE-F8DC3BF38F4E}" sibTransId="{B4911867-F8A4-431F-9618-F255B9F34EED}"/>
    <dgm:cxn modelId="{9436FE12-A9E9-4518-98B4-EAD8F799C358}" srcId="{6A6E9FAC-B5B0-4E9D-8E2F-BE505FCCF0C3}" destId="{2F2EB455-D0A3-44D9-A615-4BD882CE2A7F}" srcOrd="2" destOrd="0" parTransId="{4A63C9E6-2C84-43D5-8DB6-EAE2243979DA}" sibTransId="{D333A0CF-F738-422F-B2B0-D15A3C53C37F}"/>
    <dgm:cxn modelId="{D507893A-FBB7-4AF3-A66D-B97892F487BD}" type="presOf" srcId="{F1C1C14C-A26D-462B-9594-7902A430AAC4}" destId="{ABCD5589-1FB0-4CB6-9DDE-D152F2DA9A15}" srcOrd="0" destOrd="0" presId="urn:microsoft.com/office/officeart/2018/2/layout/IconVerticalSolidList"/>
    <dgm:cxn modelId="{C154FD42-FAD4-4067-A529-0F7C9D9E4B94}" srcId="{6A6E9FAC-B5B0-4E9D-8E2F-BE505FCCF0C3}" destId="{E3AB8DCF-823B-4475-8C56-9527423A21EE}" srcOrd="4" destOrd="0" parTransId="{CC51AC05-8F55-4CB2-81EE-BF5E0FE07E77}" sibTransId="{63E7BE7C-D685-4511-9E9D-3BCDDD5DA092}"/>
    <dgm:cxn modelId="{1D72BC83-FB11-4484-960F-4925F76AF7DC}" type="presOf" srcId="{26E64314-96DE-4D59-BDED-2CBD79AD93E5}" destId="{0A0EE531-A004-442C-B14F-B459B162EA77}" srcOrd="0" destOrd="0" presId="urn:microsoft.com/office/officeart/2018/2/layout/IconVerticalSolidList"/>
    <dgm:cxn modelId="{7112A29A-9C09-4F52-8D33-D195D9AE89F7}" type="presOf" srcId="{49B4BC9B-91D0-4931-9EFA-25DB347B287C}" destId="{E31F8839-3115-47FF-A516-6C896265454E}" srcOrd="0" destOrd="0" presId="urn:microsoft.com/office/officeart/2018/2/layout/IconVerticalSolidList"/>
    <dgm:cxn modelId="{101574A3-5B2F-4B56-86D2-7697B588269B}" srcId="{6A6E9FAC-B5B0-4E9D-8E2F-BE505FCCF0C3}" destId="{49B4BC9B-91D0-4931-9EFA-25DB347B287C}" srcOrd="0" destOrd="0" parTransId="{9F7B5673-32AF-4BC3-A8B8-9F14B91E961A}" sibTransId="{2A9DA424-8431-4099-B5AD-97617C802E9C}"/>
    <dgm:cxn modelId="{CF2F65D1-EC14-4CF1-A3D3-0550E5578132}" type="presOf" srcId="{2F2EB455-D0A3-44D9-A615-4BD882CE2A7F}" destId="{04126EAB-B392-4A39-9113-C5332425FA51}" srcOrd="0" destOrd="0" presId="urn:microsoft.com/office/officeart/2018/2/layout/IconVerticalSolidList"/>
    <dgm:cxn modelId="{845F62F9-4704-480A-A4FE-2B006BACE445}" type="presOf" srcId="{E3AB8DCF-823B-4475-8C56-9527423A21EE}" destId="{5C9CDC11-1F56-4C82-B5CB-DBF2B6734A42}" srcOrd="0" destOrd="0" presId="urn:microsoft.com/office/officeart/2018/2/layout/IconVerticalSolidList"/>
    <dgm:cxn modelId="{8F7879FF-5CB2-452C-BEF9-FD6604FCD923}" srcId="{6A6E9FAC-B5B0-4E9D-8E2F-BE505FCCF0C3}" destId="{26E64314-96DE-4D59-BDED-2CBD79AD93E5}" srcOrd="1" destOrd="0" parTransId="{524C3A25-F48A-4DE5-AE81-49739DFA4CA6}" sibTransId="{DB91271B-5348-44A9-ADB4-1677E505798D}"/>
    <dgm:cxn modelId="{363DF760-B389-4B1B-BDBC-DB2C050DF1C0}" type="presParOf" srcId="{510E7978-1DF0-4DC1-9BEC-5BAD864308C8}" destId="{49C1B6EF-2BC8-47BC-BDEA-4F7949B9DBE6}" srcOrd="0" destOrd="0" presId="urn:microsoft.com/office/officeart/2018/2/layout/IconVerticalSolidList"/>
    <dgm:cxn modelId="{45386019-6B59-47DB-8A98-F6FCC994E37D}" type="presParOf" srcId="{49C1B6EF-2BC8-47BC-BDEA-4F7949B9DBE6}" destId="{5626B85C-DAB7-4EB8-B88A-8DA09E363ACF}" srcOrd="0" destOrd="0" presId="urn:microsoft.com/office/officeart/2018/2/layout/IconVerticalSolidList"/>
    <dgm:cxn modelId="{9B1E966E-0504-4E47-B93F-7EE56AEFD35E}" type="presParOf" srcId="{49C1B6EF-2BC8-47BC-BDEA-4F7949B9DBE6}" destId="{9B9FDABB-3CFF-4446-90A1-CDEA7A134CC7}" srcOrd="1" destOrd="0" presId="urn:microsoft.com/office/officeart/2018/2/layout/IconVerticalSolidList"/>
    <dgm:cxn modelId="{E94B9789-035D-46EF-979C-4266FAF5D785}" type="presParOf" srcId="{49C1B6EF-2BC8-47BC-BDEA-4F7949B9DBE6}" destId="{01ABF45C-64CB-4F18-82BA-9F696AAAFC41}" srcOrd="2" destOrd="0" presId="urn:microsoft.com/office/officeart/2018/2/layout/IconVerticalSolidList"/>
    <dgm:cxn modelId="{1E3E711F-DEA7-48E5-810C-9DBB0677880C}" type="presParOf" srcId="{49C1B6EF-2BC8-47BC-BDEA-4F7949B9DBE6}" destId="{E31F8839-3115-47FF-A516-6C896265454E}" srcOrd="3" destOrd="0" presId="urn:microsoft.com/office/officeart/2018/2/layout/IconVerticalSolidList"/>
    <dgm:cxn modelId="{526647C9-00EE-4B7E-9A28-F69DE9A5000E}" type="presParOf" srcId="{510E7978-1DF0-4DC1-9BEC-5BAD864308C8}" destId="{81CF3C1E-E916-413E-870E-5C1E6EC76AB5}" srcOrd="1" destOrd="0" presId="urn:microsoft.com/office/officeart/2018/2/layout/IconVerticalSolidList"/>
    <dgm:cxn modelId="{15A7621E-A8AE-4460-AB4F-83738C914A06}" type="presParOf" srcId="{510E7978-1DF0-4DC1-9BEC-5BAD864308C8}" destId="{C06A86F9-8940-45E6-A412-03FC5D5C56D6}" srcOrd="2" destOrd="0" presId="urn:microsoft.com/office/officeart/2018/2/layout/IconVerticalSolidList"/>
    <dgm:cxn modelId="{B77C113A-A530-4B5A-9A7B-619CEBB6812C}" type="presParOf" srcId="{C06A86F9-8940-45E6-A412-03FC5D5C56D6}" destId="{20770837-3597-4E2F-BFA4-1D9C88750801}" srcOrd="0" destOrd="0" presId="urn:microsoft.com/office/officeart/2018/2/layout/IconVerticalSolidList"/>
    <dgm:cxn modelId="{1404A854-E6D5-43FD-8DA5-41A01B787F89}" type="presParOf" srcId="{C06A86F9-8940-45E6-A412-03FC5D5C56D6}" destId="{FCF071C7-44B3-4CE1-9676-855D6903B99A}" srcOrd="1" destOrd="0" presId="urn:microsoft.com/office/officeart/2018/2/layout/IconVerticalSolidList"/>
    <dgm:cxn modelId="{9535DCE1-F87A-4D2F-869F-2AC51F6ADE9F}" type="presParOf" srcId="{C06A86F9-8940-45E6-A412-03FC5D5C56D6}" destId="{ABD026C3-4379-46AE-BBF5-FC27AA82A837}" srcOrd="2" destOrd="0" presId="urn:microsoft.com/office/officeart/2018/2/layout/IconVerticalSolidList"/>
    <dgm:cxn modelId="{A65D598C-56E6-4B82-BC57-70F2BB084F77}" type="presParOf" srcId="{C06A86F9-8940-45E6-A412-03FC5D5C56D6}" destId="{0A0EE531-A004-442C-B14F-B459B162EA77}" srcOrd="3" destOrd="0" presId="urn:microsoft.com/office/officeart/2018/2/layout/IconVerticalSolidList"/>
    <dgm:cxn modelId="{A5711E3A-20F6-4A36-80D4-B6F842CE1B20}" type="presParOf" srcId="{510E7978-1DF0-4DC1-9BEC-5BAD864308C8}" destId="{43525E24-5930-4B47-890B-B27862E44E21}" srcOrd="3" destOrd="0" presId="urn:microsoft.com/office/officeart/2018/2/layout/IconVerticalSolidList"/>
    <dgm:cxn modelId="{FCF0845E-0BD6-4621-8C61-BCE51BA6E7CA}" type="presParOf" srcId="{510E7978-1DF0-4DC1-9BEC-5BAD864308C8}" destId="{16277245-46BF-457A-9F1D-9F059E95466D}" srcOrd="4" destOrd="0" presId="urn:microsoft.com/office/officeart/2018/2/layout/IconVerticalSolidList"/>
    <dgm:cxn modelId="{87115E3F-4E4C-4D60-976D-4D69712F57D2}" type="presParOf" srcId="{16277245-46BF-457A-9F1D-9F059E95466D}" destId="{F3BE0CB1-AA81-493F-9710-2E114BD76227}" srcOrd="0" destOrd="0" presId="urn:microsoft.com/office/officeart/2018/2/layout/IconVerticalSolidList"/>
    <dgm:cxn modelId="{EDDF92F2-330C-4951-8379-1249139A1C1D}" type="presParOf" srcId="{16277245-46BF-457A-9F1D-9F059E95466D}" destId="{234B1029-4158-437E-ADE7-8C6FE7D49962}" srcOrd="1" destOrd="0" presId="urn:microsoft.com/office/officeart/2018/2/layout/IconVerticalSolidList"/>
    <dgm:cxn modelId="{82CE503D-64CF-4F82-8367-1C3A5CC54EE7}" type="presParOf" srcId="{16277245-46BF-457A-9F1D-9F059E95466D}" destId="{DFED9553-1E67-4F7C-9CE0-6B7E87ABF3D1}" srcOrd="2" destOrd="0" presId="urn:microsoft.com/office/officeart/2018/2/layout/IconVerticalSolidList"/>
    <dgm:cxn modelId="{5DF23DA0-DC50-4C67-A08E-26526D4B5068}" type="presParOf" srcId="{16277245-46BF-457A-9F1D-9F059E95466D}" destId="{04126EAB-B392-4A39-9113-C5332425FA51}" srcOrd="3" destOrd="0" presId="urn:microsoft.com/office/officeart/2018/2/layout/IconVerticalSolidList"/>
    <dgm:cxn modelId="{B9C20366-4F33-418A-B871-2FD74A8EFE25}" type="presParOf" srcId="{510E7978-1DF0-4DC1-9BEC-5BAD864308C8}" destId="{DB009D11-804D-4435-9E28-EF6AB259C05E}" srcOrd="5" destOrd="0" presId="urn:microsoft.com/office/officeart/2018/2/layout/IconVerticalSolidList"/>
    <dgm:cxn modelId="{A6C9E608-0EB7-4D09-BCD1-EF15F5CACB81}" type="presParOf" srcId="{510E7978-1DF0-4DC1-9BEC-5BAD864308C8}" destId="{1DF83E39-2E20-45AA-AD8B-56C8349095C1}" srcOrd="6" destOrd="0" presId="urn:microsoft.com/office/officeart/2018/2/layout/IconVerticalSolidList"/>
    <dgm:cxn modelId="{D59934F6-F203-4D39-A2EF-BE2649C85A6C}" type="presParOf" srcId="{1DF83E39-2E20-45AA-AD8B-56C8349095C1}" destId="{9DAC41A9-D628-462E-BA4D-079A96E5B9E5}" srcOrd="0" destOrd="0" presId="urn:microsoft.com/office/officeart/2018/2/layout/IconVerticalSolidList"/>
    <dgm:cxn modelId="{F159E500-306B-4A1C-9AD8-468F20E0F91E}" type="presParOf" srcId="{1DF83E39-2E20-45AA-AD8B-56C8349095C1}" destId="{D111E539-E85A-4496-A22B-0BD667196A2D}" srcOrd="1" destOrd="0" presId="urn:microsoft.com/office/officeart/2018/2/layout/IconVerticalSolidList"/>
    <dgm:cxn modelId="{EBE416CF-4A23-483D-A601-F2D809E85E9B}" type="presParOf" srcId="{1DF83E39-2E20-45AA-AD8B-56C8349095C1}" destId="{87C2045A-6223-418E-81F5-BB158D2B6009}" srcOrd="2" destOrd="0" presId="urn:microsoft.com/office/officeart/2018/2/layout/IconVerticalSolidList"/>
    <dgm:cxn modelId="{FAB04941-92BC-414B-948E-EFE38815A79E}" type="presParOf" srcId="{1DF83E39-2E20-45AA-AD8B-56C8349095C1}" destId="{ABCD5589-1FB0-4CB6-9DDE-D152F2DA9A15}" srcOrd="3" destOrd="0" presId="urn:microsoft.com/office/officeart/2018/2/layout/IconVerticalSolidList"/>
    <dgm:cxn modelId="{E0965109-2292-46BE-A4B9-C207C56D3D4F}" type="presParOf" srcId="{510E7978-1DF0-4DC1-9BEC-5BAD864308C8}" destId="{F8FDE014-6854-4F35-9169-29E09EE1C691}" srcOrd="7" destOrd="0" presId="urn:microsoft.com/office/officeart/2018/2/layout/IconVerticalSolidList"/>
    <dgm:cxn modelId="{F140B1B6-F423-4145-8C11-5D270F8F4F83}" type="presParOf" srcId="{510E7978-1DF0-4DC1-9BEC-5BAD864308C8}" destId="{A55A791D-FEF8-4E8A-855A-F513B4485852}" srcOrd="8" destOrd="0" presId="urn:microsoft.com/office/officeart/2018/2/layout/IconVerticalSolidList"/>
    <dgm:cxn modelId="{800E4F1D-A702-41FD-9F56-30D441595A2B}" type="presParOf" srcId="{A55A791D-FEF8-4E8A-855A-F513B4485852}" destId="{BC113D59-FB43-4E1C-A029-F44B50A39D44}" srcOrd="0" destOrd="0" presId="urn:microsoft.com/office/officeart/2018/2/layout/IconVerticalSolidList"/>
    <dgm:cxn modelId="{26839C27-1873-4255-8E86-6B86D457D875}" type="presParOf" srcId="{A55A791D-FEF8-4E8A-855A-F513B4485852}" destId="{1065D41B-E772-4E26-B062-D3479D237543}" srcOrd="1" destOrd="0" presId="urn:microsoft.com/office/officeart/2018/2/layout/IconVerticalSolidList"/>
    <dgm:cxn modelId="{D640B257-32FF-4C7B-BE77-12C015D8F44D}" type="presParOf" srcId="{A55A791D-FEF8-4E8A-855A-F513B4485852}" destId="{B3B13926-104A-499E-9CF4-96224FE7BABE}" srcOrd="2" destOrd="0" presId="urn:microsoft.com/office/officeart/2018/2/layout/IconVerticalSolidList"/>
    <dgm:cxn modelId="{CC8C80AE-7BF3-4D81-A2D6-D3A80A742D81}" type="presParOf" srcId="{A55A791D-FEF8-4E8A-855A-F513B4485852}" destId="{5C9CDC11-1F56-4C82-B5CB-DBF2B6734A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317D13-B315-4E81-A71B-804949CC1B3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E4B4F51-9C7A-4BC2-A949-72761B748478}">
      <dgm:prSet/>
      <dgm:spPr/>
      <dgm:t>
        <a:bodyPr/>
        <a:lstStyle/>
        <a:p>
          <a:pPr>
            <a:defRPr cap="all"/>
          </a:pPr>
          <a:r>
            <a:rPr lang="en-US"/>
            <a:t>İstenmeyen ses olarak tanımlanır</a:t>
          </a:r>
        </a:p>
      </dgm:t>
    </dgm:pt>
    <dgm:pt modelId="{0985B7FF-E8D6-4EC4-8588-ECDD483FEA9A}" type="parTrans" cxnId="{C3B6B728-9E25-4B01-8483-6E48ACFDFF64}">
      <dgm:prSet/>
      <dgm:spPr/>
      <dgm:t>
        <a:bodyPr/>
        <a:lstStyle/>
        <a:p>
          <a:endParaRPr lang="en-US"/>
        </a:p>
      </dgm:t>
    </dgm:pt>
    <dgm:pt modelId="{3DAA51AB-78FC-40ED-87BC-748BF871FCF5}" type="sibTrans" cxnId="{C3B6B728-9E25-4B01-8483-6E48ACFDFF64}">
      <dgm:prSet/>
      <dgm:spPr/>
      <dgm:t>
        <a:bodyPr/>
        <a:lstStyle/>
        <a:p>
          <a:endParaRPr lang="en-US"/>
        </a:p>
      </dgm:t>
    </dgm:pt>
    <dgm:pt modelId="{417D1BE6-1666-487C-A911-3BCD619B9773}">
      <dgm:prSet/>
      <dgm:spPr/>
      <dgm:t>
        <a:bodyPr/>
        <a:lstStyle/>
        <a:p>
          <a:pPr>
            <a:defRPr cap="all"/>
          </a:pPr>
          <a:r>
            <a:rPr lang="en-US"/>
            <a:t>Uzun süreli maruziyet işitme kaybına neden olabilir</a:t>
          </a:r>
        </a:p>
      </dgm:t>
    </dgm:pt>
    <dgm:pt modelId="{3510A487-A1BB-4FC1-811A-1294381E0907}" type="parTrans" cxnId="{BCE7EFBC-5B0B-4CD2-A279-E9FA7DEDFCBB}">
      <dgm:prSet/>
      <dgm:spPr/>
      <dgm:t>
        <a:bodyPr/>
        <a:lstStyle/>
        <a:p>
          <a:endParaRPr lang="en-US"/>
        </a:p>
      </dgm:t>
    </dgm:pt>
    <dgm:pt modelId="{3C3B01D7-6FEE-46F3-A0F7-7906EC9AD75B}" type="sibTrans" cxnId="{BCE7EFBC-5B0B-4CD2-A279-E9FA7DEDFCBB}">
      <dgm:prSet/>
      <dgm:spPr/>
      <dgm:t>
        <a:bodyPr/>
        <a:lstStyle/>
        <a:p>
          <a:endParaRPr lang="en-US"/>
        </a:p>
      </dgm:t>
    </dgm:pt>
    <dgm:pt modelId="{3A04D54C-A172-4B63-9AD4-0DB0A5F65868}">
      <dgm:prSet/>
      <dgm:spPr/>
      <dgm:t>
        <a:bodyPr/>
        <a:lstStyle/>
        <a:p>
          <a:pPr>
            <a:defRPr cap="all"/>
          </a:pPr>
          <a:r>
            <a:rPr lang="en-US"/>
            <a:t>Desibel (dB) ile ölçülür</a:t>
          </a:r>
        </a:p>
      </dgm:t>
    </dgm:pt>
    <dgm:pt modelId="{5DF870F0-0AFD-48A9-AE35-D59A565ED7DA}" type="parTrans" cxnId="{AFA2DB0D-62EB-4B5C-BC66-2C08747102A1}">
      <dgm:prSet/>
      <dgm:spPr/>
      <dgm:t>
        <a:bodyPr/>
        <a:lstStyle/>
        <a:p>
          <a:endParaRPr lang="en-US"/>
        </a:p>
      </dgm:t>
    </dgm:pt>
    <dgm:pt modelId="{7D755859-C269-42A7-AD90-AF2403BCAD0E}" type="sibTrans" cxnId="{AFA2DB0D-62EB-4B5C-BC66-2C08747102A1}">
      <dgm:prSet/>
      <dgm:spPr/>
      <dgm:t>
        <a:bodyPr/>
        <a:lstStyle/>
        <a:p>
          <a:endParaRPr lang="en-US"/>
        </a:p>
      </dgm:t>
    </dgm:pt>
    <dgm:pt modelId="{ED2D2609-8964-45A7-BFFA-53701E174396}" type="pres">
      <dgm:prSet presAssocID="{4C317D13-B315-4E81-A71B-804949CC1B3E}" presName="root" presStyleCnt="0">
        <dgm:presLayoutVars>
          <dgm:dir/>
          <dgm:resizeHandles val="exact"/>
        </dgm:presLayoutVars>
      </dgm:prSet>
      <dgm:spPr/>
    </dgm:pt>
    <dgm:pt modelId="{67556E0C-D002-4631-A7D6-3406C8518FC7}" type="pres">
      <dgm:prSet presAssocID="{5E4B4F51-9C7A-4BC2-A949-72761B748478}" presName="compNode" presStyleCnt="0"/>
      <dgm:spPr/>
    </dgm:pt>
    <dgm:pt modelId="{993C602B-4FCA-4758-8FD7-3F903B597B84}" type="pres">
      <dgm:prSet presAssocID="{5E4B4F51-9C7A-4BC2-A949-72761B748478}" presName="iconBgRect" presStyleLbl="bgShp" presStyleIdx="0" presStyleCnt="3"/>
      <dgm:spPr/>
    </dgm:pt>
    <dgm:pt modelId="{6A026F09-6FC3-4D47-BD68-FC9ED884857F}" type="pres">
      <dgm:prSet presAssocID="{5E4B4F51-9C7A-4BC2-A949-72761B74847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s Düzeyi"/>
        </a:ext>
      </dgm:extLst>
    </dgm:pt>
    <dgm:pt modelId="{2FF858DB-E469-426B-9FCC-9B13E95FA03D}" type="pres">
      <dgm:prSet presAssocID="{5E4B4F51-9C7A-4BC2-A949-72761B748478}" presName="spaceRect" presStyleCnt="0"/>
      <dgm:spPr/>
    </dgm:pt>
    <dgm:pt modelId="{1FFE1FBF-2941-47F9-A097-616A94713123}" type="pres">
      <dgm:prSet presAssocID="{5E4B4F51-9C7A-4BC2-A949-72761B748478}" presName="textRect" presStyleLbl="revTx" presStyleIdx="0" presStyleCnt="3">
        <dgm:presLayoutVars>
          <dgm:chMax val="1"/>
          <dgm:chPref val="1"/>
        </dgm:presLayoutVars>
      </dgm:prSet>
      <dgm:spPr/>
    </dgm:pt>
    <dgm:pt modelId="{E8649ED5-D44E-4553-9834-0007C0DF814F}" type="pres">
      <dgm:prSet presAssocID="{3DAA51AB-78FC-40ED-87BC-748BF871FCF5}" presName="sibTrans" presStyleCnt="0"/>
      <dgm:spPr/>
    </dgm:pt>
    <dgm:pt modelId="{9CED2A2C-8B05-4FEC-AB91-CB1EE9801B30}" type="pres">
      <dgm:prSet presAssocID="{417D1BE6-1666-487C-A911-3BCD619B9773}" presName="compNode" presStyleCnt="0"/>
      <dgm:spPr/>
    </dgm:pt>
    <dgm:pt modelId="{62DD1C1B-D16C-44DD-B992-53C85095932D}" type="pres">
      <dgm:prSet presAssocID="{417D1BE6-1666-487C-A911-3BCD619B9773}" presName="iconBgRect" presStyleLbl="bgShp" presStyleIdx="1" presStyleCnt="3"/>
      <dgm:spPr/>
    </dgm:pt>
    <dgm:pt modelId="{FEB8F216-3315-45B7-858A-D7B3F69EBFD4}" type="pres">
      <dgm:prSet presAssocID="{417D1BE6-1666-487C-A911-3BCD619B977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0E95540C-9C1C-4EF8-96A5-913CBA996673}" type="pres">
      <dgm:prSet presAssocID="{417D1BE6-1666-487C-A911-3BCD619B9773}" presName="spaceRect" presStyleCnt="0"/>
      <dgm:spPr/>
    </dgm:pt>
    <dgm:pt modelId="{E56D0B48-CA58-4AA1-8605-F7D996B319CA}" type="pres">
      <dgm:prSet presAssocID="{417D1BE6-1666-487C-A911-3BCD619B9773}" presName="textRect" presStyleLbl="revTx" presStyleIdx="1" presStyleCnt="3">
        <dgm:presLayoutVars>
          <dgm:chMax val="1"/>
          <dgm:chPref val="1"/>
        </dgm:presLayoutVars>
      </dgm:prSet>
      <dgm:spPr/>
    </dgm:pt>
    <dgm:pt modelId="{B4C13D9E-9604-493D-A66F-6D0B12659C01}" type="pres">
      <dgm:prSet presAssocID="{3C3B01D7-6FEE-46F3-A0F7-7906EC9AD75B}" presName="sibTrans" presStyleCnt="0"/>
      <dgm:spPr/>
    </dgm:pt>
    <dgm:pt modelId="{61068A8D-3FEF-4AEC-9DAC-FB5F99148A90}" type="pres">
      <dgm:prSet presAssocID="{3A04D54C-A172-4B63-9AD4-0DB0A5F65868}" presName="compNode" presStyleCnt="0"/>
      <dgm:spPr/>
    </dgm:pt>
    <dgm:pt modelId="{B2D59B6B-B1CB-4581-A2DE-6D2F569ACD02}" type="pres">
      <dgm:prSet presAssocID="{3A04D54C-A172-4B63-9AD4-0DB0A5F65868}" presName="iconBgRect" presStyleLbl="bgShp" presStyleIdx="2" presStyleCnt="3"/>
      <dgm:spPr/>
    </dgm:pt>
    <dgm:pt modelId="{5B10F056-CF92-4A2A-BA8E-5838199E3DDE}" type="pres">
      <dgm:prSet presAssocID="{3A04D54C-A172-4B63-9AD4-0DB0A5F6586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3B2AEAC8-194E-4C8F-921C-7CCE9895BA2E}" type="pres">
      <dgm:prSet presAssocID="{3A04D54C-A172-4B63-9AD4-0DB0A5F65868}" presName="spaceRect" presStyleCnt="0"/>
      <dgm:spPr/>
    </dgm:pt>
    <dgm:pt modelId="{70BF5CE6-6665-4CB2-9B8C-E5D5DD51C337}" type="pres">
      <dgm:prSet presAssocID="{3A04D54C-A172-4B63-9AD4-0DB0A5F6586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FA2DB0D-62EB-4B5C-BC66-2C08747102A1}" srcId="{4C317D13-B315-4E81-A71B-804949CC1B3E}" destId="{3A04D54C-A172-4B63-9AD4-0DB0A5F65868}" srcOrd="2" destOrd="0" parTransId="{5DF870F0-0AFD-48A9-AE35-D59A565ED7DA}" sibTransId="{7D755859-C269-42A7-AD90-AF2403BCAD0E}"/>
    <dgm:cxn modelId="{C3B6B728-9E25-4B01-8483-6E48ACFDFF64}" srcId="{4C317D13-B315-4E81-A71B-804949CC1B3E}" destId="{5E4B4F51-9C7A-4BC2-A949-72761B748478}" srcOrd="0" destOrd="0" parTransId="{0985B7FF-E8D6-4EC4-8588-ECDD483FEA9A}" sibTransId="{3DAA51AB-78FC-40ED-87BC-748BF871FCF5}"/>
    <dgm:cxn modelId="{6C40EE37-0058-46AD-9CD2-37F3CC23B8C0}" type="presOf" srcId="{5E4B4F51-9C7A-4BC2-A949-72761B748478}" destId="{1FFE1FBF-2941-47F9-A097-616A94713123}" srcOrd="0" destOrd="0" presId="urn:microsoft.com/office/officeart/2018/5/layout/IconCircleLabelList"/>
    <dgm:cxn modelId="{C4A3945B-5E1F-4C0E-89B0-E97A42A20DC6}" type="presOf" srcId="{4C317D13-B315-4E81-A71B-804949CC1B3E}" destId="{ED2D2609-8964-45A7-BFFA-53701E174396}" srcOrd="0" destOrd="0" presId="urn:microsoft.com/office/officeart/2018/5/layout/IconCircleLabelList"/>
    <dgm:cxn modelId="{C04097A4-C0D4-4ECD-A4B9-0C8A5FE5F639}" type="presOf" srcId="{417D1BE6-1666-487C-A911-3BCD619B9773}" destId="{E56D0B48-CA58-4AA1-8605-F7D996B319CA}" srcOrd="0" destOrd="0" presId="urn:microsoft.com/office/officeart/2018/5/layout/IconCircleLabelList"/>
    <dgm:cxn modelId="{BCE7EFBC-5B0B-4CD2-A279-E9FA7DEDFCBB}" srcId="{4C317D13-B315-4E81-A71B-804949CC1B3E}" destId="{417D1BE6-1666-487C-A911-3BCD619B9773}" srcOrd="1" destOrd="0" parTransId="{3510A487-A1BB-4FC1-811A-1294381E0907}" sibTransId="{3C3B01D7-6FEE-46F3-A0F7-7906EC9AD75B}"/>
    <dgm:cxn modelId="{564AB1EF-9FEB-458A-8314-20417BB3786D}" type="presOf" srcId="{3A04D54C-A172-4B63-9AD4-0DB0A5F65868}" destId="{70BF5CE6-6665-4CB2-9B8C-E5D5DD51C337}" srcOrd="0" destOrd="0" presId="urn:microsoft.com/office/officeart/2018/5/layout/IconCircleLabelList"/>
    <dgm:cxn modelId="{1FE894AB-02B9-4656-9295-7F4D42E36557}" type="presParOf" srcId="{ED2D2609-8964-45A7-BFFA-53701E174396}" destId="{67556E0C-D002-4631-A7D6-3406C8518FC7}" srcOrd="0" destOrd="0" presId="urn:microsoft.com/office/officeart/2018/5/layout/IconCircleLabelList"/>
    <dgm:cxn modelId="{12383F60-7FB2-4A49-946D-0A3C3DC8D1FD}" type="presParOf" srcId="{67556E0C-D002-4631-A7D6-3406C8518FC7}" destId="{993C602B-4FCA-4758-8FD7-3F903B597B84}" srcOrd="0" destOrd="0" presId="urn:microsoft.com/office/officeart/2018/5/layout/IconCircleLabelList"/>
    <dgm:cxn modelId="{90EFD899-C22C-4D2C-A326-E7DF9F8B4D4F}" type="presParOf" srcId="{67556E0C-D002-4631-A7D6-3406C8518FC7}" destId="{6A026F09-6FC3-4D47-BD68-FC9ED884857F}" srcOrd="1" destOrd="0" presId="urn:microsoft.com/office/officeart/2018/5/layout/IconCircleLabelList"/>
    <dgm:cxn modelId="{2AE8E4B3-AF49-4D9A-AC79-7C1BA8DAFF44}" type="presParOf" srcId="{67556E0C-D002-4631-A7D6-3406C8518FC7}" destId="{2FF858DB-E469-426B-9FCC-9B13E95FA03D}" srcOrd="2" destOrd="0" presId="urn:microsoft.com/office/officeart/2018/5/layout/IconCircleLabelList"/>
    <dgm:cxn modelId="{B9665A4A-3AB2-4961-8FBB-A9F78077A5F0}" type="presParOf" srcId="{67556E0C-D002-4631-A7D6-3406C8518FC7}" destId="{1FFE1FBF-2941-47F9-A097-616A94713123}" srcOrd="3" destOrd="0" presId="urn:microsoft.com/office/officeart/2018/5/layout/IconCircleLabelList"/>
    <dgm:cxn modelId="{2F415B88-F9F5-42A9-994C-67DDA5017984}" type="presParOf" srcId="{ED2D2609-8964-45A7-BFFA-53701E174396}" destId="{E8649ED5-D44E-4553-9834-0007C0DF814F}" srcOrd="1" destOrd="0" presId="urn:microsoft.com/office/officeart/2018/5/layout/IconCircleLabelList"/>
    <dgm:cxn modelId="{7FC7EFEE-7D91-41BA-9B6A-8C09EAEEEE81}" type="presParOf" srcId="{ED2D2609-8964-45A7-BFFA-53701E174396}" destId="{9CED2A2C-8B05-4FEC-AB91-CB1EE9801B30}" srcOrd="2" destOrd="0" presId="urn:microsoft.com/office/officeart/2018/5/layout/IconCircleLabelList"/>
    <dgm:cxn modelId="{392D3C92-5C9E-47EF-970A-363D88131E85}" type="presParOf" srcId="{9CED2A2C-8B05-4FEC-AB91-CB1EE9801B30}" destId="{62DD1C1B-D16C-44DD-B992-53C85095932D}" srcOrd="0" destOrd="0" presId="urn:microsoft.com/office/officeart/2018/5/layout/IconCircleLabelList"/>
    <dgm:cxn modelId="{9804C5CC-5F89-4F57-A809-AC97CC911D9C}" type="presParOf" srcId="{9CED2A2C-8B05-4FEC-AB91-CB1EE9801B30}" destId="{FEB8F216-3315-45B7-858A-D7B3F69EBFD4}" srcOrd="1" destOrd="0" presId="urn:microsoft.com/office/officeart/2018/5/layout/IconCircleLabelList"/>
    <dgm:cxn modelId="{40FFFA70-DCF2-43F6-8615-CFB6D925A454}" type="presParOf" srcId="{9CED2A2C-8B05-4FEC-AB91-CB1EE9801B30}" destId="{0E95540C-9C1C-4EF8-96A5-913CBA996673}" srcOrd="2" destOrd="0" presId="urn:microsoft.com/office/officeart/2018/5/layout/IconCircleLabelList"/>
    <dgm:cxn modelId="{1F87827F-97E7-4738-8619-5770C4B3B164}" type="presParOf" srcId="{9CED2A2C-8B05-4FEC-AB91-CB1EE9801B30}" destId="{E56D0B48-CA58-4AA1-8605-F7D996B319CA}" srcOrd="3" destOrd="0" presId="urn:microsoft.com/office/officeart/2018/5/layout/IconCircleLabelList"/>
    <dgm:cxn modelId="{C48813A2-04A4-4A0A-94C5-C41B9B4686B9}" type="presParOf" srcId="{ED2D2609-8964-45A7-BFFA-53701E174396}" destId="{B4C13D9E-9604-493D-A66F-6D0B12659C01}" srcOrd="3" destOrd="0" presId="urn:microsoft.com/office/officeart/2018/5/layout/IconCircleLabelList"/>
    <dgm:cxn modelId="{F2F0E9FF-026B-41C2-B9A8-F47F350FF96F}" type="presParOf" srcId="{ED2D2609-8964-45A7-BFFA-53701E174396}" destId="{61068A8D-3FEF-4AEC-9DAC-FB5F99148A90}" srcOrd="4" destOrd="0" presId="urn:microsoft.com/office/officeart/2018/5/layout/IconCircleLabelList"/>
    <dgm:cxn modelId="{D5E04E17-A91B-477E-ACD0-5E21AB1F7DB8}" type="presParOf" srcId="{61068A8D-3FEF-4AEC-9DAC-FB5F99148A90}" destId="{B2D59B6B-B1CB-4581-A2DE-6D2F569ACD02}" srcOrd="0" destOrd="0" presId="urn:microsoft.com/office/officeart/2018/5/layout/IconCircleLabelList"/>
    <dgm:cxn modelId="{65F8A3A4-33D7-49D8-9D14-B12BD09F9D3F}" type="presParOf" srcId="{61068A8D-3FEF-4AEC-9DAC-FB5F99148A90}" destId="{5B10F056-CF92-4A2A-BA8E-5838199E3DDE}" srcOrd="1" destOrd="0" presId="urn:microsoft.com/office/officeart/2018/5/layout/IconCircleLabelList"/>
    <dgm:cxn modelId="{4945389D-039E-4714-A08B-834CE10318B1}" type="presParOf" srcId="{61068A8D-3FEF-4AEC-9DAC-FB5F99148A90}" destId="{3B2AEAC8-194E-4C8F-921C-7CCE9895BA2E}" srcOrd="2" destOrd="0" presId="urn:microsoft.com/office/officeart/2018/5/layout/IconCircleLabelList"/>
    <dgm:cxn modelId="{85474DFD-7A97-46A5-ADBE-DFCC522159E7}" type="presParOf" srcId="{61068A8D-3FEF-4AEC-9DAC-FB5F99148A90}" destId="{70BF5CE6-6665-4CB2-9B8C-E5D5DD51C3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FA4BDA-AC15-41EC-ABF4-0B4FF9FDD03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7C9C38-3A55-4275-BD53-5EF2B57B0A0F}">
      <dgm:prSet/>
      <dgm:spPr/>
      <dgm:t>
        <a:bodyPr/>
        <a:lstStyle/>
        <a:p>
          <a:r>
            <a:rPr lang="en-US"/>
            <a:t>Makine ve ekipmanlardan kaynaklanır</a:t>
          </a:r>
        </a:p>
      </dgm:t>
    </dgm:pt>
    <dgm:pt modelId="{16E24F9C-E379-4D05-84BA-3675A43A7BD7}" type="parTrans" cxnId="{1A0F4DB4-11C5-47AF-AC44-96BDFDE55404}">
      <dgm:prSet/>
      <dgm:spPr/>
      <dgm:t>
        <a:bodyPr/>
        <a:lstStyle/>
        <a:p>
          <a:endParaRPr lang="en-US"/>
        </a:p>
      </dgm:t>
    </dgm:pt>
    <dgm:pt modelId="{3B108CD3-0640-4FF4-8110-DBA700E97E32}" type="sibTrans" cxnId="{1A0F4DB4-11C5-47AF-AC44-96BDFDE55404}">
      <dgm:prSet/>
      <dgm:spPr/>
      <dgm:t>
        <a:bodyPr/>
        <a:lstStyle/>
        <a:p>
          <a:endParaRPr lang="en-US"/>
        </a:p>
      </dgm:t>
    </dgm:pt>
    <dgm:pt modelId="{E0054F0C-2680-4037-A602-41BDE7341052}">
      <dgm:prSet/>
      <dgm:spPr/>
      <dgm:t>
        <a:bodyPr/>
        <a:lstStyle/>
        <a:p>
          <a:r>
            <a:rPr lang="en-US"/>
            <a:t>El-kol titreşimi</a:t>
          </a:r>
        </a:p>
      </dgm:t>
    </dgm:pt>
    <dgm:pt modelId="{363216F2-96BA-447D-945D-5FFEEB7636C5}" type="parTrans" cxnId="{DE083EC8-6A2C-4A4D-8522-6437E7C3E2E9}">
      <dgm:prSet/>
      <dgm:spPr/>
      <dgm:t>
        <a:bodyPr/>
        <a:lstStyle/>
        <a:p>
          <a:endParaRPr lang="en-US"/>
        </a:p>
      </dgm:t>
    </dgm:pt>
    <dgm:pt modelId="{7E28ADC5-E07D-4095-A2BF-EC0E6E91BD6E}" type="sibTrans" cxnId="{DE083EC8-6A2C-4A4D-8522-6437E7C3E2E9}">
      <dgm:prSet/>
      <dgm:spPr/>
      <dgm:t>
        <a:bodyPr/>
        <a:lstStyle/>
        <a:p>
          <a:endParaRPr lang="en-US"/>
        </a:p>
      </dgm:t>
    </dgm:pt>
    <dgm:pt modelId="{901FB50E-2960-436E-81BC-640AF8E4DFBB}">
      <dgm:prSet/>
      <dgm:spPr/>
      <dgm:t>
        <a:bodyPr/>
        <a:lstStyle/>
        <a:p>
          <a:r>
            <a:rPr lang="en-US"/>
            <a:t>Tüm vücut titreşimi</a:t>
          </a:r>
        </a:p>
      </dgm:t>
    </dgm:pt>
    <dgm:pt modelId="{410587E4-8780-44F9-8205-60BDA4E7CF34}" type="parTrans" cxnId="{502E074A-696F-4481-993C-E6F9F7D8F436}">
      <dgm:prSet/>
      <dgm:spPr/>
      <dgm:t>
        <a:bodyPr/>
        <a:lstStyle/>
        <a:p>
          <a:endParaRPr lang="en-US"/>
        </a:p>
      </dgm:t>
    </dgm:pt>
    <dgm:pt modelId="{08077ACE-2D9D-4FA1-A24E-509E70E464F5}" type="sibTrans" cxnId="{502E074A-696F-4481-993C-E6F9F7D8F436}">
      <dgm:prSet/>
      <dgm:spPr/>
      <dgm:t>
        <a:bodyPr/>
        <a:lstStyle/>
        <a:p>
          <a:endParaRPr lang="en-US"/>
        </a:p>
      </dgm:t>
    </dgm:pt>
    <dgm:pt modelId="{62A25848-20C1-40F6-8694-8F346EB28273}" type="pres">
      <dgm:prSet presAssocID="{75FA4BDA-AC15-41EC-ABF4-0B4FF9FDD031}" presName="linear" presStyleCnt="0">
        <dgm:presLayoutVars>
          <dgm:animLvl val="lvl"/>
          <dgm:resizeHandles val="exact"/>
        </dgm:presLayoutVars>
      </dgm:prSet>
      <dgm:spPr/>
    </dgm:pt>
    <dgm:pt modelId="{CC450D89-D179-437D-81BE-F27D4B72B7F5}" type="pres">
      <dgm:prSet presAssocID="{E67C9C38-3A55-4275-BD53-5EF2B57B0A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FA03997-563B-4F7F-A490-957769CD1A8F}" type="pres">
      <dgm:prSet presAssocID="{3B108CD3-0640-4FF4-8110-DBA700E97E32}" presName="spacer" presStyleCnt="0"/>
      <dgm:spPr/>
    </dgm:pt>
    <dgm:pt modelId="{A21C8C20-2A28-410A-A1FF-47C5D0C632DE}" type="pres">
      <dgm:prSet presAssocID="{E0054F0C-2680-4037-A602-41BDE73410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9909FA-E43B-47D1-B511-8408FB918AED}" type="pres">
      <dgm:prSet presAssocID="{7E28ADC5-E07D-4095-A2BF-EC0E6E91BD6E}" presName="spacer" presStyleCnt="0"/>
      <dgm:spPr/>
    </dgm:pt>
    <dgm:pt modelId="{6431CE50-DA85-4058-B3C5-1809673F5EC1}" type="pres">
      <dgm:prSet presAssocID="{901FB50E-2960-436E-81BC-640AF8E4DFB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86FF329-EFBC-4BA8-A8F0-F5D06E607765}" type="presOf" srcId="{75FA4BDA-AC15-41EC-ABF4-0B4FF9FDD031}" destId="{62A25848-20C1-40F6-8694-8F346EB28273}" srcOrd="0" destOrd="0" presId="urn:microsoft.com/office/officeart/2005/8/layout/vList2"/>
    <dgm:cxn modelId="{E241295E-74D0-4544-B2BF-921B4B8848C2}" type="presOf" srcId="{E0054F0C-2680-4037-A602-41BDE7341052}" destId="{A21C8C20-2A28-410A-A1FF-47C5D0C632DE}" srcOrd="0" destOrd="0" presId="urn:microsoft.com/office/officeart/2005/8/layout/vList2"/>
    <dgm:cxn modelId="{502E074A-696F-4481-993C-E6F9F7D8F436}" srcId="{75FA4BDA-AC15-41EC-ABF4-0B4FF9FDD031}" destId="{901FB50E-2960-436E-81BC-640AF8E4DFBB}" srcOrd="2" destOrd="0" parTransId="{410587E4-8780-44F9-8205-60BDA4E7CF34}" sibTransId="{08077ACE-2D9D-4FA1-A24E-509E70E464F5}"/>
    <dgm:cxn modelId="{1A0F4DB4-11C5-47AF-AC44-96BDFDE55404}" srcId="{75FA4BDA-AC15-41EC-ABF4-0B4FF9FDD031}" destId="{E67C9C38-3A55-4275-BD53-5EF2B57B0A0F}" srcOrd="0" destOrd="0" parTransId="{16E24F9C-E379-4D05-84BA-3675A43A7BD7}" sibTransId="{3B108CD3-0640-4FF4-8110-DBA700E97E32}"/>
    <dgm:cxn modelId="{47112EBD-1412-4808-90B5-66AF12AB0CC8}" type="presOf" srcId="{901FB50E-2960-436E-81BC-640AF8E4DFBB}" destId="{6431CE50-DA85-4058-B3C5-1809673F5EC1}" srcOrd="0" destOrd="0" presId="urn:microsoft.com/office/officeart/2005/8/layout/vList2"/>
    <dgm:cxn modelId="{DE083EC8-6A2C-4A4D-8522-6437E7C3E2E9}" srcId="{75FA4BDA-AC15-41EC-ABF4-0B4FF9FDD031}" destId="{E0054F0C-2680-4037-A602-41BDE7341052}" srcOrd="1" destOrd="0" parTransId="{363216F2-96BA-447D-945D-5FFEEB7636C5}" sibTransId="{7E28ADC5-E07D-4095-A2BF-EC0E6E91BD6E}"/>
    <dgm:cxn modelId="{9B4265F4-5550-4F88-9AC1-08654D8E1222}" type="presOf" srcId="{E67C9C38-3A55-4275-BD53-5EF2B57B0A0F}" destId="{CC450D89-D179-437D-81BE-F27D4B72B7F5}" srcOrd="0" destOrd="0" presId="urn:microsoft.com/office/officeart/2005/8/layout/vList2"/>
    <dgm:cxn modelId="{C7645F20-F731-43AD-82B0-F67B0F2A94C3}" type="presParOf" srcId="{62A25848-20C1-40F6-8694-8F346EB28273}" destId="{CC450D89-D179-437D-81BE-F27D4B72B7F5}" srcOrd="0" destOrd="0" presId="urn:microsoft.com/office/officeart/2005/8/layout/vList2"/>
    <dgm:cxn modelId="{FB104EF4-CA5A-4A9B-9E66-AD936F3E7515}" type="presParOf" srcId="{62A25848-20C1-40F6-8694-8F346EB28273}" destId="{0FA03997-563B-4F7F-A490-957769CD1A8F}" srcOrd="1" destOrd="0" presId="urn:microsoft.com/office/officeart/2005/8/layout/vList2"/>
    <dgm:cxn modelId="{8C3E5670-33A4-45F5-9907-E97A735A624B}" type="presParOf" srcId="{62A25848-20C1-40F6-8694-8F346EB28273}" destId="{A21C8C20-2A28-410A-A1FF-47C5D0C632DE}" srcOrd="2" destOrd="0" presId="urn:microsoft.com/office/officeart/2005/8/layout/vList2"/>
    <dgm:cxn modelId="{C6586775-772D-4A90-83FA-1152DCF321F6}" type="presParOf" srcId="{62A25848-20C1-40F6-8694-8F346EB28273}" destId="{839909FA-E43B-47D1-B511-8408FB918AED}" srcOrd="3" destOrd="0" presId="urn:microsoft.com/office/officeart/2005/8/layout/vList2"/>
    <dgm:cxn modelId="{6042F5A0-A9FC-477D-9E7E-765F04DD5FB3}" type="presParOf" srcId="{62A25848-20C1-40F6-8694-8F346EB28273}" destId="{6431CE50-DA85-4058-B3C5-1809673F5E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F387B86-55A4-41A1-A3D7-C24251332E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724056-7BC5-48AA-8D6B-9959C225AC6A}">
      <dgm:prSet/>
      <dgm:spPr/>
      <dgm:t>
        <a:bodyPr/>
        <a:lstStyle/>
        <a:p>
          <a:r>
            <a:rPr lang="en-US"/>
            <a:t>El-kol titreşimi sınır değeri: 5 m/s²</a:t>
          </a:r>
        </a:p>
      </dgm:t>
    </dgm:pt>
    <dgm:pt modelId="{77124796-E7BD-49D4-8B7C-3DA69C591805}" type="parTrans" cxnId="{4817F177-3FDA-4709-8D31-B08A850791FC}">
      <dgm:prSet/>
      <dgm:spPr/>
      <dgm:t>
        <a:bodyPr/>
        <a:lstStyle/>
        <a:p>
          <a:endParaRPr lang="en-US"/>
        </a:p>
      </dgm:t>
    </dgm:pt>
    <dgm:pt modelId="{83C5872E-96E1-45CB-950D-946DEE607975}" type="sibTrans" cxnId="{4817F177-3FDA-4709-8D31-B08A850791FC}">
      <dgm:prSet/>
      <dgm:spPr/>
      <dgm:t>
        <a:bodyPr/>
        <a:lstStyle/>
        <a:p>
          <a:endParaRPr lang="en-US"/>
        </a:p>
      </dgm:t>
    </dgm:pt>
    <dgm:pt modelId="{F40C5CFF-E6D6-4EBF-8F7D-4F4E953214F3}">
      <dgm:prSet/>
      <dgm:spPr/>
      <dgm:t>
        <a:bodyPr/>
        <a:lstStyle/>
        <a:p>
          <a:r>
            <a:rPr lang="en-US"/>
            <a:t>El-kol titreşimi etkin değer: 2.5 m/s²</a:t>
          </a:r>
        </a:p>
      </dgm:t>
    </dgm:pt>
    <dgm:pt modelId="{66E0F150-06FA-4120-B883-8F26D42BF4BC}" type="parTrans" cxnId="{C6BC28FB-57E0-4587-AADB-0CA6FAAAEB12}">
      <dgm:prSet/>
      <dgm:spPr/>
      <dgm:t>
        <a:bodyPr/>
        <a:lstStyle/>
        <a:p>
          <a:endParaRPr lang="en-US"/>
        </a:p>
      </dgm:t>
    </dgm:pt>
    <dgm:pt modelId="{B37C1684-6D34-4FBF-B731-F942FEED543A}" type="sibTrans" cxnId="{C6BC28FB-57E0-4587-AADB-0CA6FAAAEB12}">
      <dgm:prSet/>
      <dgm:spPr/>
      <dgm:t>
        <a:bodyPr/>
        <a:lstStyle/>
        <a:p>
          <a:endParaRPr lang="en-US"/>
        </a:p>
      </dgm:t>
    </dgm:pt>
    <dgm:pt modelId="{1D68B4FE-3234-42B0-9349-E5012B77F267}" type="pres">
      <dgm:prSet presAssocID="{9F387B86-55A4-41A1-A3D7-C24251332EC7}" presName="linear" presStyleCnt="0">
        <dgm:presLayoutVars>
          <dgm:animLvl val="lvl"/>
          <dgm:resizeHandles val="exact"/>
        </dgm:presLayoutVars>
      </dgm:prSet>
      <dgm:spPr/>
    </dgm:pt>
    <dgm:pt modelId="{529C1CCF-2E2D-48DC-873A-C28D6B26CDA1}" type="pres">
      <dgm:prSet presAssocID="{10724056-7BC5-48AA-8D6B-9959C225AC6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468D0A9-E0BC-49C8-9A48-352C6CB03617}" type="pres">
      <dgm:prSet presAssocID="{83C5872E-96E1-45CB-950D-946DEE607975}" presName="spacer" presStyleCnt="0"/>
      <dgm:spPr/>
    </dgm:pt>
    <dgm:pt modelId="{064FD55C-33FF-4222-BB7F-5A28B8CB003E}" type="pres">
      <dgm:prSet presAssocID="{F40C5CFF-E6D6-4EBF-8F7D-4F4E953214F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817F177-3FDA-4709-8D31-B08A850791FC}" srcId="{9F387B86-55A4-41A1-A3D7-C24251332EC7}" destId="{10724056-7BC5-48AA-8D6B-9959C225AC6A}" srcOrd="0" destOrd="0" parTransId="{77124796-E7BD-49D4-8B7C-3DA69C591805}" sibTransId="{83C5872E-96E1-45CB-950D-946DEE607975}"/>
    <dgm:cxn modelId="{D8AB1DBC-D1D7-4539-B25B-E4C4995BE857}" type="presOf" srcId="{9F387B86-55A4-41A1-A3D7-C24251332EC7}" destId="{1D68B4FE-3234-42B0-9349-E5012B77F267}" srcOrd="0" destOrd="0" presId="urn:microsoft.com/office/officeart/2005/8/layout/vList2"/>
    <dgm:cxn modelId="{576D9CBE-5761-4208-A887-AEA46C674410}" type="presOf" srcId="{10724056-7BC5-48AA-8D6B-9959C225AC6A}" destId="{529C1CCF-2E2D-48DC-873A-C28D6B26CDA1}" srcOrd="0" destOrd="0" presId="urn:microsoft.com/office/officeart/2005/8/layout/vList2"/>
    <dgm:cxn modelId="{65D623C9-B2A0-482A-9B35-C6DA5FC9E615}" type="presOf" srcId="{F40C5CFF-E6D6-4EBF-8F7D-4F4E953214F3}" destId="{064FD55C-33FF-4222-BB7F-5A28B8CB003E}" srcOrd="0" destOrd="0" presId="urn:microsoft.com/office/officeart/2005/8/layout/vList2"/>
    <dgm:cxn modelId="{C6BC28FB-57E0-4587-AADB-0CA6FAAAEB12}" srcId="{9F387B86-55A4-41A1-A3D7-C24251332EC7}" destId="{F40C5CFF-E6D6-4EBF-8F7D-4F4E953214F3}" srcOrd="1" destOrd="0" parTransId="{66E0F150-06FA-4120-B883-8F26D42BF4BC}" sibTransId="{B37C1684-6D34-4FBF-B731-F942FEED543A}"/>
    <dgm:cxn modelId="{359F8E0A-18EE-4A60-8A2A-44A7BA5ED553}" type="presParOf" srcId="{1D68B4FE-3234-42B0-9349-E5012B77F267}" destId="{529C1CCF-2E2D-48DC-873A-C28D6B26CDA1}" srcOrd="0" destOrd="0" presId="urn:microsoft.com/office/officeart/2005/8/layout/vList2"/>
    <dgm:cxn modelId="{6203438B-EDDD-4A95-ABA4-51651ECE142D}" type="presParOf" srcId="{1D68B4FE-3234-42B0-9349-E5012B77F267}" destId="{A468D0A9-E0BC-49C8-9A48-352C6CB03617}" srcOrd="1" destOrd="0" presId="urn:microsoft.com/office/officeart/2005/8/layout/vList2"/>
    <dgm:cxn modelId="{8BF45D6B-66D7-4BA0-B790-03440D501150}" type="presParOf" srcId="{1D68B4FE-3234-42B0-9349-E5012B77F267}" destId="{064FD55C-33FF-4222-BB7F-5A28B8CB003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27A5C4-35EC-44F7-90B4-6FA0A6173C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742A3F9-6C58-490A-9900-95821AFB93E1}">
      <dgm:prSet/>
      <dgm:spPr/>
      <dgm:t>
        <a:bodyPr/>
        <a:lstStyle/>
        <a:p>
          <a:r>
            <a:rPr lang="en-US"/>
            <a:t>Sıcaklık</a:t>
          </a:r>
        </a:p>
      </dgm:t>
    </dgm:pt>
    <dgm:pt modelId="{C0C4EC28-1CA3-41D2-AFFF-63DCA0FCA357}" type="parTrans" cxnId="{9D9FAC9B-80E4-4E3D-A7E8-9D85193F8814}">
      <dgm:prSet/>
      <dgm:spPr/>
      <dgm:t>
        <a:bodyPr/>
        <a:lstStyle/>
        <a:p>
          <a:endParaRPr lang="en-US"/>
        </a:p>
      </dgm:t>
    </dgm:pt>
    <dgm:pt modelId="{23FE0D90-01A3-4864-A130-9A42EE513987}" type="sibTrans" cxnId="{9D9FAC9B-80E4-4E3D-A7E8-9D85193F8814}">
      <dgm:prSet/>
      <dgm:spPr/>
      <dgm:t>
        <a:bodyPr/>
        <a:lstStyle/>
        <a:p>
          <a:endParaRPr lang="en-US"/>
        </a:p>
      </dgm:t>
    </dgm:pt>
    <dgm:pt modelId="{AFF0172B-AD0B-408A-944C-730BD02A7355}">
      <dgm:prSet/>
      <dgm:spPr/>
      <dgm:t>
        <a:bodyPr/>
        <a:lstStyle/>
        <a:p>
          <a:r>
            <a:rPr lang="en-US"/>
            <a:t>Nem</a:t>
          </a:r>
        </a:p>
      </dgm:t>
    </dgm:pt>
    <dgm:pt modelId="{B496ECED-B179-48F3-B784-F90B3AC06C15}" type="parTrans" cxnId="{D6796D8B-92F5-4660-8F6A-4D25D665FBFA}">
      <dgm:prSet/>
      <dgm:spPr/>
      <dgm:t>
        <a:bodyPr/>
        <a:lstStyle/>
        <a:p>
          <a:endParaRPr lang="en-US"/>
        </a:p>
      </dgm:t>
    </dgm:pt>
    <dgm:pt modelId="{F014E492-ABD3-4CAF-8793-E4C01DB32DD9}" type="sibTrans" cxnId="{D6796D8B-92F5-4660-8F6A-4D25D665FBFA}">
      <dgm:prSet/>
      <dgm:spPr/>
      <dgm:t>
        <a:bodyPr/>
        <a:lstStyle/>
        <a:p>
          <a:endParaRPr lang="en-US"/>
        </a:p>
      </dgm:t>
    </dgm:pt>
    <dgm:pt modelId="{F08D4D24-76D2-44FD-990A-B1A9EEB47E12}">
      <dgm:prSet/>
      <dgm:spPr/>
      <dgm:t>
        <a:bodyPr/>
        <a:lstStyle/>
        <a:p>
          <a:r>
            <a:rPr lang="en-US"/>
            <a:t>Hava akımı</a:t>
          </a:r>
        </a:p>
      </dgm:t>
    </dgm:pt>
    <dgm:pt modelId="{B0A8CCE2-991A-4FA9-9EEC-C2B0BB7A94D5}" type="parTrans" cxnId="{B694772A-1F50-443C-AC65-8A93E4E8B9BF}">
      <dgm:prSet/>
      <dgm:spPr/>
      <dgm:t>
        <a:bodyPr/>
        <a:lstStyle/>
        <a:p>
          <a:endParaRPr lang="en-US"/>
        </a:p>
      </dgm:t>
    </dgm:pt>
    <dgm:pt modelId="{C715D483-53C9-470B-975C-5A54A4FB8911}" type="sibTrans" cxnId="{B694772A-1F50-443C-AC65-8A93E4E8B9BF}">
      <dgm:prSet/>
      <dgm:spPr/>
      <dgm:t>
        <a:bodyPr/>
        <a:lstStyle/>
        <a:p>
          <a:endParaRPr lang="en-US"/>
        </a:p>
      </dgm:t>
    </dgm:pt>
    <dgm:pt modelId="{1B9E4FD3-A1CF-48DA-A92B-5991C4681390}">
      <dgm:prSet/>
      <dgm:spPr/>
      <dgm:t>
        <a:bodyPr/>
        <a:lstStyle/>
        <a:p>
          <a:r>
            <a:rPr lang="en-US"/>
            <a:t>Radyant ısı</a:t>
          </a:r>
        </a:p>
      </dgm:t>
    </dgm:pt>
    <dgm:pt modelId="{476C416D-47C4-409C-A12B-6F8E62AD0CC2}" type="parTrans" cxnId="{3ECB53E1-B216-4C8E-97B4-D765B6A99250}">
      <dgm:prSet/>
      <dgm:spPr/>
      <dgm:t>
        <a:bodyPr/>
        <a:lstStyle/>
        <a:p>
          <a:endParaRPr lang="en-US"/>
        </a:p>
      </dgm:t>
    </dgm:pt>
    <dgm:pt modelId="{D0D68E25-23F0-455E-B035-22900BA2832E}" type="sibTrans" cxnId="{3ECB53E1-B216-4C8E-97B4-D765B6A99250}">
      <dgm:prSet/>
      <dgm:spPr/>
      <dgm:t>
        <a:bodyPr/>
        <a:lstStyle/>
        <a:p>
          <a:endParaRPr lang="en-US"/>
        </a:p>
      </dgm:t>
    </dgm:pt>
    <dgm:pt modelId="{487FF8AC-EC9A-488E-9B2A-BBC7E15A3FC5}" type="pres">
      <dgm:prSet presAssocID="{3827A5C4-35EC-44F7-90B4-6FA0A6173C79}" presName="root" presStyleCnt="0">
        <dgm:presLayoutVars>
          <dgm:dir/>
          <dgm:resizeHandles val="exact"/>
        </dgm:presLayoutVars>
      </dgm:prSet>
      <dgm:spPr/>
    </dgm:pt>
    <dgm:pt modelId="{5AC5498F-4CE8-4379-9AC4-C8BE70E25545}" type="pres">
      <dgm:prSet presAssocID="{6742A3F9-6C58-490A-9900-95821AFB93E1}" presName="compNode" presStyleCnt="0"/>
      <dgm:spPr/>
    </dgm:pt>
    <dgm:pt modelId="{2D4944F1-0588-4B4F-99FA-7CB064F974C3}" type="pres">
      <dgm:prSet presAssocID="{6742A3F9-6C58-490A-9900-95821AFB93E1}" presName="bgRect" presStyleLbl="bgShp" presStyleIdx="0" presStyleCnt="4"/>
      <dgm:spPr/>
    </dgm:pt>
    <dgm:pt modelId="{24586E5F-3D11-40E1-BFB2-9C2200147D7E}" type="pres">
      <dgm:prSet presAssocID="{6742A3F9-6C58-490A-9900-95821AFB93E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rmometre"/>
        </a:ext>
      </dgm:extLst>
    </dgm:pt>
    <dgm:pt modelId="{56D108B7-E262-4C00-A8C7-3E5B96381B18}" type="pres">
      <dgm:prSet presAssocID="{6742A3F9-6C58-490A-9900-95821AFB93E1}" presName="spaceRect" presStyleCnt="0"/>
      <dgm:spPr/>
    </dgm:pt>
    <dgm:pt modelId="{13066737-8802-4918-B117-374AE21D95CF}" type="pres">
      <dgm:prSet presAssocID="{6742A3F9-6C58-490A-9900-95821AFB93E1}" presName="parTx" presStyleLbl="revTx" presStyleIdx="0" presStyleCnt="4">
        <dgm:presLayoutVars>
          <dgm:chMax val="0"/>
          <dgm:chPref val="0"/>
        </dgm:presLayoutVars>
      </dgm:prSet>
      <dgm:spPr/>
    </dgm:pt>
    <dgm:pt modelId="{B606B677-3301-4083-B165-59622037446C}" type="pres">
      <dgm:prSet presAssocID="{23FE0D90-01A3-4864-A130-9A42EE513987}" presName="sibTrans" presStyleCnt="0"/>
      <dgm:spPr/>
    </dgm:pt>
    <dgm:pt modelId="{42350609-80EE-4139-914E-321C78FB1AAC}" type="pres">
      <dgm:prSet presAssocID="{AFF0172B-AD0B-408A-944C-730BD02A7355}" presName="compNode" presStyleCnt="0"/>
      <dgm:spPr/>
    </dgm:pt>
    <dgm:pt modelId="{1BD9B69A-C1F2-4189-B9C7-0A967D5A58BB}" type="pres">
      <dgm:prSet presAssocID="{AFF0172B-AD0B-408A-944C-730BD02A7355}" presName="bgRect" presStyleLbl="bgShp" presStyleIdx="1" presStyleCnt="4"/>
      <dgm:spPr/>
    </dgm:pt>
    <dgm:pt modelId="{2EE7C9EB-9641-4778-8683-50BBE6EAB666}" type="pres">
      <dgm:prSet presAssocID="{AFF0172B-AD0B-408A-944C-730BD02A735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ağmur"/>
        </a:ext>
      </dgm:extLst>
    </dgm:pt>
    <dgm:pt modelId="{36E2C081-F021-438D-B816-785EF2417B26}" type="pres">
      <dgm:prSet presAssocID="{AFF0172B-AD0B-408A-944C-730BD02A7355}" presName="spaceRect" presStyleCnt="0"/>
      <dgm:spPr/>
    </dgm:pt>
    <dgm:pt modelId="{7F68A140-1DF6-4A80-99C2-8307779BC23A}" type="pres">
      <dgm:prSet presAssocID="{AFF0172B-AD0B-408A-944C-730BD02A7355}" presName="parTx" presStyleLbl="revTx" presStyleIdx="1" presStyleCnt="4">
        <dgm:presLayoutVars>
          <dgm:chMax val="0"/>
          <dgm:chPref val="0"/>
        </dgm:presLayoutVars>
      </dgm:prSet>
      <dgm:spPr/>
    </dgm:pt>
    <dgm:pt modelId="{1BD13F52-B1BA-4B63-906D-BEEFB63610F4}" type="pres">
      <dgm:prSet presAssocID="{F014E492-ABD3-4CAF-8793-E4C01DB32DD9}" presName="sibTrans" presStyleCnt="0"/>
      <dgm:spPr/>
    </dgm:pt>
    <dgm:pt modelId="{37E7DD81-859A-4456-9C73-DD136F0D5344}" type="pres">
      <dgm:prSet presAssocID="{F08D4D24-76D2-44FD-990A-B1A9EEB47E12}" presName="compNode" presStyleCnt="0"/>
      <dgm:spPr/>
    </dgm:pt>
    <dgm:pt modelId="{6664F4CC-2CC2-4110-8C27-719CD8600833}" type="pres">
      <dgm:prSet presAssocID="{F08D4D24-76D2-44FD-990A-B1A9EEB47E12}" presName="bgRect" presStyleLbl="bgShp" presStyleIdx="2" presStyleCnt="4"/>
      <dgm:spPr/>
    </dgm:pt>
    <dgm:pt modelId="{E9207D1C-6319-4420-A2D0-57DAC79EA6AE}" type="pres">
      <dgm:prSet presAssocID="{F08D4D24-76D2-44FD-990A-B1A9EEB47E1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ut"/>
        </a:ext>
      </dgm:extLst>
    </dgm:pt>
    <dgm:pt modelId="{78185DE5-373F-400F-8E0E-BBC33895F63E}" type="pres">
      <dgm:prSet presAssocID="{F08D4D24-76D2-44FD-990A-B1A9EEB47E12}" presName="spaceRect" presStyleCnt="0"/>
      <dgm:spPr/>
    </dgm:pt>
    <dgm:pt modelId="{84AD2686-9661-4D9E-B2FA-2E0542A08668}" type="pres">
      <dgm:prSet presAssocID="{F08D4D24-76D2-44FD-990A-B1A9EEB47E12}" presName="parTx" presStyleLbl="revTx" presStyleIdx="2" presStyleCnt="4">
        <dgm:presLayoutVars>
          <dgm:chMax val="0"/>
          <dgm:chPref val="0"/>
        </dgm:presLayoutVars>
      </dgm:prSet>
      <dgm:spPr/>
    </dgm:pt>
    <dgm:pt modelId="{64C8A8E7-6B4D-4D8C-8FB9-28FDC4B3F647}" type="pres">
      <dgm:prSet presAssocID="{C715D483-53C9-470B-975C-5A54A4FB8911}" presName="sibTrans" presStyleCnt="0"/>
      <dgm:spPr/>
    </dgm:pt>
    <dgm:pt modelId="{A1D179B5-3AEA-48C9-AA61-B7ADB691DE49}" type="pres">
      <dgm:prSet presAssocID="{1B9E4FD3-A1CF-48DA-A92B-5991C4681390}" presName="compNode" presStyleCnt="0"/>
      <dgm:spPr/>
    </dgm:pt>
    <dgm:pt modelId="{C02046E1-0791-4CB7-B519-9C79F2C9BF86}" type="pres">
      <dgm:prSet presAssocID="{1B9E4FD3-A1CF-48DA-A92B-5991C4681390}" presName="bgRect" presStyleLbl="bgShp" presStyleIdx="3" presStyleCnt="4"/>
      <dgm:spPr/>
    </dgm:pt>
    <dgm:pt modelId="{E035EF93-4112-4B15-9FF6-8406879CC96C}" type="pres">
      <dgm:prSet presAssocID="{1B9E4FD3-A1CF-48DA-A92B-5991C468139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C40C3F9F-ADD9-44A5-8835-B5FAC1CC73D7}" type="pres">
      <dgm:prSet presAssocID="{1B9E4FD3-A1CF-48DA-A92B-5991C4681390}" presName="spaceRect" presStyleCnt="0"/>
      <dgm:spPr/>
    </dgm:pt>
    <dgm:pt modelId="{FCFC3A64-596B-41A3-8128-1E477AF352B2}" type="pres">
      <dgm:prSet presAssocID="{1B9E4FD3-A1CF-48DA-A92B-5991C468139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94772A-1F50-443C-AC65-8A93E4E8B9BF}" srcId="{3827A5C4-35EC-44F7-90B4-6FA0A6173C79}" destId="{F08D4D24-76D2-44FD-990A-B1A9EEB47E12}" srcOrd="2" destOrd="0" parTransId="{B0A8CCE2-991A-4FA9-9EEC-C2B0BB7A94D5}" sibTransId="{C715D483-53C9-470B-975C-5A54A4FB8911}"/>
    <dgm:cxn modelId="{0DB98A63-F08F-43E2-8DEA-53D7AD963F63}" type="presOf" srcId="{1B9E4FD3-A1CF-48DA-A92B-5991C4681390}" destId="{FCFC3A64-596B-41A3-8128-1E477AF352B2}" srcOrd="0" destOrd="0" presId="urn:microsoft.com/office/officeart/2018/2/layout/IconVerticalSolidList"/>
    <dgm:cxn modelId="{45CFBE79-79CF-4EBE-A4F2-4ABEF84C1B81}" type="presOf" srcId="{3827A5C4-35EC-44F7-90B4-6FA0A6173C79}" destId="{487FF8AC-EC9A-488E-9B2A-BBC7E15A3FC5}" srcOrd="0" destOrd="0" presId="urn:microsoft.com/office/officeart/2018/2/layout/IconVerticalSolidList"/>
    <dgm:cxn modelId="{D6796D8B-92F5-4660-8F6A-4D25D665FBFA}" srcId="{3827A5C4-35EC-44F7-90B4-6FA0A6173C79}" destId="{AFF0172B-AD0B-408A-944C-730BD02A7355}" srcOrd="1" destOrd="0" parTransId="{B496ECED-B179-48F3-B784-F90B3AC06C15}" sibTransId="{F014E492-ABD3-4CAF-8793-E4C01DB32DD9}"/>
    <dgm:cxn modelId="{02ABBF92-774E-4DAA-9F44-F26F31414E75}" type="presOf" srcId="{AFF0172B-AD0B-408A-944C-730BD02A7355}" destId="{7F68A140-1DF6-4A80-99C2-8307779BC23A}" srcOrd="0" destOrd="0" presId="urn:microsoft.com/office/officeart/2018/2/layout/IconVerticalSolidList"/>
    <dgm:cxn modelId="{9D9FAC9B-80E4-4E3D-A7E8-9D85193F8814}" srcId="{3827A5C4-35EC-44F7-90B4-6FA0A6173C79}" destId="{6742A3F9-6C58-490A-9900-95821AFB93E1}" srcOrd="0" destOrd="0" parTransId="{C0C4EC28-1CA3-41D2-AFFF-63DCA0FCA357}" sibTransId="{23FE0D90-01A3-4864-A130-9A42EE513987}"/>
    <dgm:cxn modelId="{158BE7A0-ED5B-4E53-B728-121897AEA90F}" type="presOf" srcId="{F08D4D24-76D2-44FD-990A-B1A9EEB47E12}" destId="{84AD2686-9661-4D9E-B2FA-2E0542A08668}" srcOrd="0" destOrd="0" presId="urn:microsoft.com/office/officeart/2018/2/layout/IconVerticalSolidList"/>
    <dgm:cxn modelId="{3ECB53E1-B216-4C8E-97B4-D765B6A99250}" srcId="{3827A5C4-35EC-44F7-90B4-6FA0A6173C79}" destId="{1B9E4FD3-A1CF-48DA-A92B-5991C4681390}" srcOrd="3" destOrd="0" parTransId="{476C416D-47C4-409C-A12B-6F8E62AD0CC2}" sibTransId="{D0D68E25-23F0-455E-B035-22900BA2832E}"/>
    <dgm:cxn modelId="{8F2054FC-8574-403F-842D-456188259F17}" type="presOf" srcId="{6742A3F9-6C58-490A-9900-95821AFB93E1}" destId="{13066737-8802-4918-B117-374AE21D95CF}" srcOrd="0" destOrd="0" presId="urn:microsoft.com/office/officeart/2018/2/layout/IconVerticalSolidList"/>
    <dgm:cxn modelId="{C165A19A-BB2D-49AB-AC0F-ED3AFE283B3E}" type="presParOf" srcId="{487FF8AC-EC9A-488E-9B2A-BBC7E15A3FC5}" destId="{5AC5498F-4CE8-4379-9AC4-C8BE70E25545}" srcOrd="0" destOrd="0" presId="urn:microsoft.com/office/officeart/2018/2/layout/IconVerticalSolidList"/>
    <dgm:cxn modelId="{85D370D4-BC96-446B-BDEF-8726043D6BC1}" type="presParOf" srcId="{5AC5498F-4CE8-4379-9AC4-C8BE70E25545}" destId="{2D4944F1-0588-4B4F-99FA-7CB064F974C3}" srcOrd="0" destOrd="0" presId="urn:microsoft.com/office/officeart/2018/2/layout/IconVerticalSolidList"/>
    <dgm:cxn modelId="{CC980C94-4F25-453B-8350-1401D0C429D3}" type="presParOf" srcId="{5AC5498F-4CE8-4379-9AC4-C8BE70E25545}" destId="{24586E5F-3D11-40E1-BFB2-9C2200147D7E}" srcOrd="1" destOrd="0" presId="urn:microsoft.com/office/officeart/2018/2/layout/IconVerticalSolidList"/>
    <dgm:cxn modelId="{23A819F6-98A8-4B7D-9F0A-E463DE1C6C46}" type="presParOf" srcId="{5AC5498F-4CE8-4379-9AC4-C8BE70E25545}" destId="{56D108B7-E262-4C00-A8C7-3E5B96381B18}" srcOrd="2" destOrd="0" presId="urn:microsoft.com/office/officeart/2018/2/layout/IconVerticalSolidList"/>
    <dgm:cxn modelId="{A2A4F57A-0BEF-4C61-960E-FC858C78C24E}" type="presParOf" srcId="{5AC5498F-4CE8-4379-9AC4-C8BE70E25545}" destId="{13066737-8802-4918-B117-374AE21D95CF}" srcOrd="3" destOrd="0" presId="urn:microsoft.com/office/officeart/2018/2/layout/IconVerticalSolidList"/>
    <dgm:cxn modelId="{AFB0D719-F5F4-4F47-A776-FA0047695941}" type="presParOf" srcId="{487FF8AC-EC9A-488E-9B2A-BBC7E15A3FC5}" destId="{B606B677-3301-4083-B165-59622037446C}" srcOrd="1" destOrd="0" presId="urn:microsoft.com/office/officeart/2018/2/layout/IconVerticalSolidList"/>
    <dgm:cxn modelId="{CD7DF725-2CAF-4FDF-8786-9E54C5248A8C}" type="presParOf" srcId="{487FF8AC-EC9A-488E-9B2A-BBC7E15A3FC5}" destId="{42350609-80EE-4139-914E-321C78FB1AAC}" srcOrd="2" destOrd="0" presId="urn:microsoft.com/office/officeart/2018/2/layout/IconVerticalSolidList"/>
    <dgm:cxn modelId="{E91C71D3-6936-49ED-B860-7CFE9B491D73}" type="presParOf" srcId="{42350609-80EE-4139-914E-321C78FB1AAC}" destId="{1BD9B69A-C1F2-4189-B9C7-0A967D5A58BB}" srcOrd="0" destOrd="0" presId="urn:microsoft.com/office/officeart/2018/2/layout/IconVerticalSolidList"/>
    <dgm:cxn modelId="{2FC75A20-DC14-4AFA-A7E2-E585CFEF3229}" type="presParOf" srcId="{42350609-80EE-4139-914E-321C78FB1AAC}" destId="{2EE7C9EB-9641-4778-8683-50BBE6EAB666}" srcOrd="1" destOrd="0" presId="urn:microsoft.com/office/officeart/2018/2/layout/IconVerticalSolidList"/>
    <dgm:cxn modelId="{F9E6CDCC-6765-45E1-988C-16F42B6C060F}" type="presParOf" srcId="{42350609-80EE-4139-914E-321C78FB1AAC}" destId="{36E2C081-F021-438D-B816-785EF2417B26}" srcOrd="2" destOrd="0" presId="urn:microsoft.com/office/officeart/2018/2/layout/IconVerticalSolidList"/>
    <dgm:cxn modelId="{03DBEE5B-C3A8-430B-98E7-FF3EEA1E6A67}" type="presParOf" srcId="{42350609-80EE-4139-914E-321C78FB1AAC}" destId="{7F68A140-1DF6-4A80-99C2-8307779BC23A}" srcOrd="3" destOrd="0" presId="urn:microsoft.com/office/officeart/2018/2/layout/IconVerticalSolidList"/>
    <dgm:cxn modelId="{96630F82-9152-4137-8045-F9BF71003A9D}" type="presParOf" srcId="{487FF8AC-EC9A-488E-9B2A-BBC7E15A3FC5}" destId="{1BD13F52-B1BA-4B63-906D-BEEFB63610F4}" srcOrd="3" destOrd="0" presId="urn:microsoft.com/office/officeart/2018/2/layout/IconVerticalSolidList"/>
    <dgm:cxn modelId="{547A284F-889F-42EF-AB49-B408033F5864}" type="presParOf" srcId="{487FF8AC-EC9A-488E-9B2A-BBC7E15A3FC5}" destId="{37E7DD81-859A-4456-9C73-DD136F0D5344}" srcOrd="4" destOrd="0" presId="urn:microsoft.com/office/officeart/2018/2/layout/IconVerticalSolidList"/>
    <dgm:cxn modelId="{52E62CF5-AF38-4B6F-8C09-C8AB8B5E933D}" type="presParOf" srcId="{37E7DD81-859A-4456-9C73-DD136F0D5344}" destId="{6664F4CC-2CC2-4110-8C27-719CD8600833}" srcOrd="0" destOrd="0" presId="urn:microsoft.com/office/officeart/2018/2/layout/IconVerticalSolidList"/>
    <dgm:cxn modelId="{7E8E515D-E726-4B42-A1F4-4B8EF2BDC06D}" type="presParOf" srcId="{37E7DD81-859A-4456-9C73-DD136F0D5344}" destId="{E9207D1C-6319-4420-A2D0-57DAC79EA6AE}" srcOrd="1" destOrd="0" presId="urn:microsoft.com/office/officeart/2018/2/layout/IconVerticalSolidList"/>
    <dgm:cxn modelId="{D24453CC-CAD6-41B8-A4B7-843BE5D0AF34}" type="presParOf" srcId="{37E7DD81-859A-4456-9C73-DD136F0D5344}" destId="{78185DE5-373F-400F-8E0E-BBC33895F63E}" srcOrd="2" destOrd="0" presId="urn:microsoft.com/office/officeart/2018/2/layout/IconVerticalSolidList"/>
    <dgm:cxn modelId="{719B12ED-0A3B-4AE8-8878-2E4650FD1FE6}" type="presParOf" srcId="{37E7DD81-859A-4456-9C73-DD136F0D5344}" destId="{84AD2686-9661-4D9E-B2FA-2E0542A08668}" srcOrd="3" destOrd="0" presId="urn:microsoft.com/office/officeart/2018/2/layout/IconVerticalSolidList"/>
    <dgm:cxn modelId="{3A5ED19A-0427-4E53-884F-99FF98A5B5FE}" type="presParOf" srcId="{487FF8AC-EC9A-488E-9B2A-BBC7E15A3FC5}" destId="{64C8A8E7-6B4D-4D8C-8FB9-28FDC4B3F647}" srcOrd="5" destOrd="0" presId="urn:microsoft.com/office/officeart/2018/2/layout/IconVerticalSolidList"/>
    <dgm:cxn modelId="{C342B812-6E71-4A38-B354-318479B804A5}" type="presParOf" srcId="{487FF8AC-EC9A-488E-9B2A-BBC7E15A3FC5}" destId="{A1D179B5-3AEA-48C9-AA61-B7ADB691DE49}" srcOrd="6" destOrd="0" presId="urn:microsoft.com/office/officeart/2018/2/layout/IconVerticalSolidList"/>
    <dgm:cxn modelId="{130BBA54-2621-4310-9F64-BDFD487A29CD}" type="presParOf" srcId="{A1D179B5-3AEA-48C9-AA61-B7ADB691DE49}" destId="{C02046E1-0791-4CB7-B519-9C79F2C9BF86}" srcOrd="0" destOrd="0" presId="urn:microsoft.com/office/officeart/2018/2/layout/IconVerticalSolidList"/>
    <dgm:cxn modelId="{378DA82D-A5F8-416A-8D98-FAF3DBE76E0B}" type="presParOf" srcId="{A1D179B5-3AEA-48C9-AA61-B7ADB691DE49}" destId="{E035EF93-4112-4B15-9FF6-8406879CC96C}" srcOrd="1" destOrd="0" presId="urn:microsoft.com/office/officeart/2018/2/layout/IconVerticalSolidList"/>
    <dgm:cxn modelId="{44C5D16E-C0E0-4C22-B591-DFAF7528B857}" type="presParOf" srcId="{A1D179B5-3AEA-48C9-AA61-B7ADB691DE49}" destId="{C40C3F9F-ADD9-44A5-8835-B5FAC1CC73D7}" srcOrd="2" destOrd="0" presId="urn:microsoft.com/office/officeart/2018/2/layout/IconVerticalSolidList"/>
    <dgm:cxn modelId="{B37EAF0D-EBE0-484D-80D6-CBB9D7915603}" type="presParOf" srcId="{A1D179B5-3AEA-48C9-AA61-B7ADB691DE49}" destId="{FCFC3A64-596B-41A3-8128-1E477AF352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68585DB-E578-4556-8FD6-0306A6396C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94E3DD3-F58F-4156-BF2D-B7ED0535E826}">
      <dgm:prSet/>
      <dgm:spPr/>
      <dgm:t>
        <a:bodyPr/>
        <a:lstStyle/>
        <a:p>
          <a:r>
            <a:rPr lang="en-US"/>
            <a:t>Çalışma verimliliğini etkiler</a:t>
          </a:r>
        </a:p>
      </dgm:t>
    </dgm:pt>
    <dgm:pt modelId="{E0483E87-3A0B-4BC4-96C9-DED2C0A2C970}" type="parTrans" cxnId="{8F43B855-3274-4E8F-ADF1-EEA6ECD94EE8}">
      <dgm:prSet/>
      <dgm:spPr/>
      <dgm:t>
        <a:bodyPr/>
        <a:lstStyle/>
        <a:p>
          <a:endParaRPr lang="en-US"/>
        </a:p>
      </dgm:t>
    </dgm:pt>
    <dgm:pt modelId="{3D09FA07-9F72-4AC8-B8F1-859C9A727D17}" type="sibTrans" cxnId="{8F43B855-3274-4E8F-ADF1-EEA6ECD94EE8}">
      <dgm:prSet/>
      <dgm:spPr/>
      <dgm:t>
        <a:bodyPr/>
        <a:lstStyle/>
        <a:p>
          <a:endParaRPr lang="en-US"/>
        </a:p>
      </dgm:t>
    </dgm:pt>
    <dgm:pt modelId="{3C5381EC-BE66-4158-8DE4-D5DC3C62F3FF}">
      <dgm:prSet/>
      <dgm:spPr/>
      <dgm:t>
        <a:bodyPr/>
        <a:lstStyle/>
        <a:p>
          <a:r>
            <a:rPr lang="en-US"/>
            <a:t>Yetersiz aydınlatma iş kazalarına neden olabilir</a:t>
          </a:r>
        </a:p>
      </dgm:t>
    </dgm:pt>
    <dgm:pt modelId="{BC98FDFA-6526-4622-B2DC-D2B08734AC04}" type="parTrans" cxnId="{CCE4EEDE-2862-4FF7-8301-D5918E42A2A4}">
      <dgm:prSet/>
      <dgm:spPr/>
      <dgm:t>
        <a:bodyPr/>
        <a:lstStyle/>
        <a:p>
          <a:endParaRPr lang="en-US"/>
        </a:p>
      </dgm:t>
    </dgm:pt>
    <dgm:pt modelId="{D9F11A70-6DAF-4DE8-A8E6-274B8B12A4A7}" type="sibTrans" cxnId="{CCE4EEDE-2862-4FF7-8301-D5918E42A2A4}">
      <dgm:prSet/>
      <dgm:spPr/>
      <dgm:t>
        <a:bodyPr/>
        <a:lstStyle/>
        <a:p>
          <a:endParaRPr lang="en-US"/>
        </a:p>
      </dgm:t>
    </dgm:pt>
    <dgm:pt modelId="{8F0914C7-0F02-48BE-AA94-3EC2336B1B37}">
      <dgm:prSet/>
      <dgm:spPr/>
      <dgm:t>
        <a:bodyPr/>
        <a:lstStyle/>
        <a:p>
          <a:r>
            <a:rPr lang="en-US"/>
            <a:t>Lux birimi ile ölçülür</a:t>
          </a:r>
        </a:p>
      </dgm:t>
    </dgm:pt>
    <dgm:pt modelId="{FA00DCAA-AD9D-4817-980F-15B11376F72D}" type="parTrans" cxnId="{F05886A6-C9DE-413C-A500-A42C579AA142}">
      <dgm:prSet/>
      <dgm:spPr/>
      <dgm:t>
        <a:bodyPr/>
        <a:lstStyle/>
        <a:p>
          <a:endParaRPr lang="en-US"/>
        </a:p>
      </dgm:t>
    </dgm:pt>
    <dgm:pt modelId="{0CD6C5C3-8CF9-410B-AF3F-2186C366A153}" type="sibTrans" cxnId="{F05886A6-C9DE-413C-A500-A42C579AA142}">
      <dgm:prSet/>
      <dgm:spPr/>
      <dgm:t>
        <a:bodyPr/>
        <a:lstStyle/>
        <a:p>
          <a:endParaRPr lang="en-US"/>
        </a:p>
      </dgm:t>
    </dgm:pt>
    <dgm:pt modelId="{94559C3B-111D-474E-A35A-B662C3475DBA}" type="pres">
      <dgm:prSet presAssocID="{268585DB-E578-4556-8FD6-0306A6396C05}" presName="root" presStyleCnt="0">
        <dgm:presLayoutVars>
          <dgm:dir/>
          <dgm:resizeHandles val="exact"/>
        </dgm:presLayoutVars>
      </dgm:prSet>
      <dgm:spPr/>
    </dgm:pt>
    <dgm:pt modelId="{F4F5FFD2-26B6-47DF-9566-2115EFE49977}" type="pres">
      <dgm:prSet presAssocID="{594E3DD3-F58F-4156-BF2D-B7ED0535E826}" presName="compNode" presStyleCnt="0"/>
      <dgm:spPr/>
    </dgm:pt>
    <dgm:pt modelId="{2EEED4A4-6832-43C5-95B7-B5F48812DDD2}" type="pres">
      <dgm:prSet presAssocID="{594E3DD3-F58F-4156-BF2D-B7ED0535E826}" presName="bgRect" presStyleLbl="bgShp" presStyleIdx="0" presStyleCnt="3"/>
      <dgm:spPr/>
    </dgm:pt>
    <dgm:pt modelId="{316A2181-F1C4-4D01-BCE4-315899106FBF}" type="pres">
      <dgm:prSet presAssocID="{594E3DD3-F58F-4156-BF2D-B7ED0535E82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"/>
        </a:ext>
      </dgm:extLst>
    </dgm:pt>
    <dgm:pt modelId="{20689974-503C-4704-9BFB-A020B3BC714B}" type="pres">
      <dgm:prSet presAssocID="{594E3DD3-F58F-4156-BF2D-B7ED0535E826}" presName="spaceRect" presStyleCnt="0"/>
      <dgm:spPr/>
    </dgm:pt>
    <dgm:pt modelId="{07C2A744-A890-48F0-A80E-348123DED4EC}" type="pres">
      <dgm:prSet presAssocID="{594E3DD3-F58F-4156-BF2D-B7ED0535E826}" presName="parTx" presStyleLbl="revTx" presStyleIdx="0" presStyleCnt="3">
        <dgm:presLayoutVars>
          <dgm:chMax val="0"/>
          <dgm:chPref val="0"/>
        </dgm:presLayoutVars>
      </dgm:prSet>
      <dgm:spPr/>
    </dgm:pt>
    <dgm:pt modelId="{2E3EB844-C252-49AF-BDE3-24192F6A7FEB}" type="pres">
      <dgm:prSet presAssocID="{3D09FA07-9F72-4AC8-B8F1-859C9A727D17}" presName="sibTrans" presStyleCnt="0"/>
      <dgm:spPr/>
    </dgm:pt>
    <dgm:pt modelId="{E4C705F1-B45E-48AF-86D9-FE4D8108F9E2}" type="pres">
      <dgm:prSet presAssocID="{3C5381EC-BE66-4158-8DE4-D5DC3C62F3FF}" presName="compNode" presStyleCnt="0"/>
      <dgm:spPr/>
    </dgm:pt>
    <dgm:pt modelId="{8D6BD804-A3E7-40D1-B0AA-6852C6AFF593}" type="pres">
      <dgm:prSet presAssocID="{3C5381EC-BE66-4158-8DE4-D5DC3C62F3FF}" presName="bgRect" presStyleLbl="bgShp" presStyleIdx="1" presStyleCnt="3"/>
      <dgm:spPr/>
    </dgm:pt>
    <dgm:pt modelId="{3DAD7A95-0F88-4253-9663-E96DF3B7ECF5}" type="pres">
      <dgm:prSet presAssocID="{3C5381EC-BE66-4158-8DE4-D5DC3C62F3F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pul"/>
        </a:ext>
      </dgm:extLst>
    </dgm:pt>
    <dgm:pt modelId="{350D008B-6E06-4756-AC84-A9A8ABFBF96E}" type="pres">
      <dgm:prSet presAssocID="{3C5381EC-BE66-4158-8DE4-D5DC3C62F3FF}" presName="spaceRect" presStyleCnt="0"/>
      <dgm:spPr/>
    </dgm:pt>
    <dgm:pt modelId="{9B22C733-DA6C-4F84-A3E7-42C23B2ED60B}" type="pres">
      <dgm:prSet presAssocID="{3C5381EC-BE66-4158-8DE4-D5DC3C62F3FF}" presName="parTx" presStyleLbl="revTx" presStyleIdx="1" presStyleCnt="3">
        <dgm:presLayoutVars>
          <dgm:chMax val="0"/>
          <dgm:chPref val="0"/>
        </dgm:presLayoutVars>
      </dgm:prSet>
      <dgm:spPr/>
    </dgm:pt>
    <dgm:pt modelId="{64C9B91D-85EB-46FD-8B18-C7A5615FBD9D}" type="pres">
      <dgm:prSet presAssocID="{D9F11A70-6DAF-4DE8-A8E6-274B8B12A4A7}" presName="sibTrans" presStyleCnt="0"/>
      <dgm:spPr/>
    </dgm:pt>
    <dgm:pt modelId="{2D8BDD75-2710-4B7B-B9D3-46F7DF2DC1AB}" type="pres">
      <dgm:prSet presAssocID="{8F0914C7-0F02-48BE-AA94-3EC2336B1B37}" presName="compNode" presStyleCnt="0"/>
      <dgm:spPr/>
    </dgm:pt>
    <dgm:pt modelId="{24608F7F-1F7D-42CD-B06E-CFE477EAA1F7}" type="pres">
      <dgm:prSet presAssocID="{8F0914C7-0F02-48BE-AA94-3EC2336B1B37}" presName="bgRect" presStyleLbl="bgShp" presStyleIdx="2" presStyleCnt="3"/>
      <dgm:spPr/>
    </dgm:pt>
    <dgm:pt modelId="{5A328EEE-155C-4EAE-9093-753993E8B758}" type="pres">
      <dgm:prSet presAssocID="{8F0914C7-0F02-48BE-AA94-3EC2336B1B3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7A5346BE-3709-4D37-8806-F7E2E64F9A05}" type="pres">
      <dgm:prSet presAssocID="{8F0914C7-0F02-48BE-AA94-3EC2336B1B37}" presName="spaceRect" presStyleCnt="0"/>
      <dgm:spPr/>
    </dgm:pt>
    <dgm:pt modelId="{A5180EDE-6B82-4EF5-8CF5-5E5EA9EAFDCF}" type="pres">
      <dgm:prSet presAssocID="{8F0914C7-0F02-48BE-AA94-3EC2336B1B3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3A31814-90AF-48CF-BAE5-31EA14EC2D94}" type="presOf" srcId="{594E3DD3-F58F-4156-BF2D-B7ED0535E826}" destId="{07C2A744-A890-48F0-A80E-348123DED4EC}" srcOrd="0" destOrd="0" presId="urn:microsoft.com/office/officeart/2018/2/layout/IconVerticalSolidList"/>
    <dgm:cxn modelId="{B819C72F-B6BC-4F18-89FC-7F51A8692676}" type="presOf" srcId="{8F0914C7-0F02-48BE-AA94-3EC2336B1B37}" destId="{A5180EDE-6B82-4EF5-8CF5-5E5EA9EAFDCF}" srcOrd="0" destOrd="0" presId="urn:microsoft.com/office/officeart/2018/2/layout/IconVerticalSolidList"/>
    <dgm:cxn modelId="{D3A92B53-66B7-4FEB-ACDA-115B78886773}" type="presOf" srcId="{3C5381EC-BE66-4158-8DE4-D5DC3C62F3FF}" destId="{9B22C733-DA6C-4F84-A3E7-42C23B2ED60B}" srcOrd="0" destOrd="0" presId="urn:microsoft.com/office/officeart/2018/2/layout/IconVerticalSolidList"/>
    <dgm:cxn modelId="{8F43B855-3274-4E8F-ADF1-EEA6ECD94EE8}" srcId="{268585DB-E578-4556-8FD6-0306A6396C05}" destId="{594E3DD3-F58F-4156-BF2D-B7ED0535E826}" srcOrd="0" destOrd="0" parTransId="{E0483E87-3A0B-4BC4-96C9-DED2C0A2C970}" sibTransId="{3D09FA07-9F72-4AC8-B8F1-859C9A727D17}"/>
    <dgm:cxn modelId="{3F481799-DAC4-44B1-B0FA-E67A46C7FC0C}" type="presOf" srcId="{268585DB-E578-4556-8FD6-0306A6396C05}" destId="{94559C3B-111D-474E-A35A-B662C3475DBA}" srcOrd="0" destOrd="0" presId="urn:microsoft.com/office/officeart/2018/2/layout/IconVerticalSolidList"/>
    <dgm:cxn modelId="{F05886A6-C9DE-413C-A500-A42C579AA142}" srcId="{268585DB-E578-4556-8FD6-0306A6396C05}" destId="{8F0914C7-0F02-48BE-AA94-3EC2336B1B37}" srcOrd="2" destOrd="0" parTransId="{FA00DCAA-AD9D-4817-980F-15B11376F72D}" sibTransId="{0CD6C5C3-8CF9-410B-AF3F-2186C366A153}"/>
    <dgm:cxn modelId="{CCE4EEDE-2862-4FF7-8301-D5918E42A2A4}" srcId="{268585DB-E578-4556-8FD6-0306A6396C05}" destId="{3C5381EC-BE66-4158-8DE4-D5DC3C62F3FF}" srcOrd="1" destOrd="0" parTransId="{BC98FDFA-6526-4622-B2DC-D2B08734AC04}" sibTransId="{D9F11A70-6DAF-4DE8-A8E6-274B8B12A4A7}"/>
    <dgm:cxn modelId="{C84CBE75-6EDE-4E55-A041-D7977C22DE78}" type="presParOf" srcId="{94559C3B-111D-474E-A35A-B662C3475DBA}" destId="{F4F5FFD2-26B6-47DF-9566-2115EFE49977}" srcOrd="0" destOrd="0" presId="urn:microsoft.com/office/officeart/2018/2/layout/IconVerticalSolidList"/>
    <dgm:cxn modelId="{DF4FDEAD-2AEB-4B81-ABBA-92C81053243A}" type="presParOf" srcId="{F4F5FFD2-26B6-47DF-9566-2115EFE49977}" destId="{2EEED4A4-6832-43C5-95B7-B5F48812DDD2}" srcOrd="0" destOrd="0" presId="urn:microsoft.com/office/officeart/2018/2/layout/IconVerticalSolidList"/>
    <dgm:cxn modelId="{B4CB6EEF-E39F-4C0C-962E-11E94E76FA42}" type="presParOf" srcId="{F4F5FFD2-26B6-47DF-9566-2115EFE49977}" destId="{316A2181-F1C4-4D01-BCE4-315899106FBF}" srcOrd="1" destOrd="0" presId="urn:microsoft.com/office/officeart/2018/2/layout/IconVerticalSolidList"/>
    <dgm:cxn modelId="{D864BC89-D37F-4B4E-A22E-7F2B2960BD83}" type="presParOf" srcId="{F4F5FFD2-26B6-47DF-9566-2115EFE49977}" destId="{20689974-503C-4704-9BFB-A020B3BC714B}" srcOrd="2" destOrd="0" presId="urn:microsoft.com/office/officeart/2018/2/layout/IconVerticalSolidList"/>
    <dgm:cxn modelId="{C2CEAFD4-6E6D-4B9D-B986-0602788626A4}" type="presParOf" srcId="{F4F5FFD2-26B6-47DF-9566-2115EFE49977}" destId="{07C2A744-A890-48F0-A80E-348123DED4EC}" srcOrd="3" destOrd="0" presId="urn:microsoft.com/office/officeart/2018/2/layout/IconVerticalSolidList"/>
    <dgm:cxn modelId="{D1706DA7-5315-466F-AFD5-2EF335EE7F9B}" type="presParOf" srcId="{94559C3B-111D-474E-A35A-B662C3475DBA}" destId="{2E3EB844-C252-49AF-BDE3-24192F6A7FEB}" srcOrd="1" destOrd="0" presId="urn:microsoft.com/office/officeart/2018/2/layout/IconVerticalSolidList"/>
    <dgm:cxn modelId="{60FB39B1-58C2-44D4-B7BE-E1354D37EE4F}" type="presParOf" srcId="{94559C3B-111D-474E-A35A-B662C3475DBA}" destId="{E4C705F1-B45E-48AF-86D9-FE4D8108F9E2}" srcOrd="2" destOrd="0" presId="urn:microsoft.com/office/officeart/2018/2/layout/IconVerticalSolidList"/>
    <dgm:cxn modelId="{B78F4156-BD45-4BF8-A292-3BD9096C6569}" type="presParOf" srcId="{E4C705F1-B45E-48AF-86D9-FE4D8108F9E2}" destId="{8D6BD804-A3E7-40D1-B0AA-6852C6AFF593}" srcOrd="0" destOrd="0" presId="urn:microsoft.com/office/officeart/2018/2/layout/IconVerticalSolidList"/>
    <dgm:cxn modelId="{46E314F4-ED20-45C6-A42C-59B3768751DD}" type="presParOf" srcId="{E4C705F1-B45E-48AF-86D9-FE4D8108F9E2}" destId="{3DAD7A95-0F88-4253-9663-E96DF3B7ECF5}" srcOrd="1" destOrd="0" presId="urn:microsoft.com/office/officeart/2018/2/layout/IconVerticalSolidList"/>
    <dgm:cxn modelId="{9F56EDD7-7471-4545-BA68-6AEC248D2463}" type="presParOf" srcId="{E4C705F1-B45E-48AF-86D9-FE4D8108F9E2}" destId="{350D008B-6E06-4756-AC84-A9A8ABFBF96E}" srcOrd="2" destOrd="0" presId="urn:microsoft.com/office/officeart/2018/2/layout/IconVerticalSolidList"/>
    <dgm:cxn modelId="{1376F61F-BC6F-4586-B051-C26942EB9BF8}" type="presParOf" srcId="{E4C705F1-B45E-48AF-86D9-FE4D8108F9E2}" destId="{9B22C733-DA6C-4F84-A3E7-42C23B2ED60B}" srcOrd="3" destOrd="0" presId="urn:microsoft.com/office/officeart/2018/2/layout/IconVerticalSolidList"/>
    <dgm:cxn modelId="{1A56A4D8-B454-4AEF-A1F9-35C1A734765E}" type="presParOf" srcId="{94559C3B-111D-474E-A35A-B662C3475DBA}" destId="{64C9B91D-85EB-46FD-8B18-C7A5615FBD9D}" srcOrd="3" destOrd="0" presId="urn:microsoft.com/office/officeart/2018/2/layout/IconVerticalSolidList"/>
    <dgm:cxn modelId="{4CF56714-A5F9-4591-B711-ECB2CFAC541D}" type="presParOf" srcId="{94559C3B-111D-474E-A35A-B662C3475DBA}" destId="{2D8BDD75-2710-4B7B-B9D3-46F7DF2DC1AB}" srcOrd="4" destOrd="0" presId="urn:microsoft.com/office/officeart/2018/2/layout/IconVerticalSolidList"/>
    <dgm:cxn modelId="{9BF391CE-939B-48F0-A547-45177DA444BF}" type="presParOf" srcId="{2D8BDD75-2710-4B7B-B9D3-46F7DF2DC1AB}" destId="{24608F7F-1F7D-42CD-B06E-CFE477EAA1F7}" srcOrd="0" destOrd="0" presId="urn:microsoft.com/office/officeart/2018/2/layout/IconVerticalSolidList"/>
    <dgm:cxn modelId="{564EEC05-CA3E-4C9B-AC01-9B38785AC8B0}" type="presParOf" srcId="{2D8BDD75-2710-4B7B-B9D3-46F7DF2DC1AB}" destId="{5A328EEE-155C-4EAE-9093-753993E8B758}" srcOrd="1" destOrd="0" presId="urn:microsoft.com/office/officeart/2018/2/layout/IconVerticalSolidList"/>
    <dgm:cxn modelId="{41EF317A-D7D7-4F78-9FB3-F30FCED25EBA}" type="presParOf" srcId="{2D8BDD75-2710-4B7B-B9D3-46F7DF2DC1AB}" destId="{7A5346BE-3709-4D37-8806-F7E2E64F9A05}" srcOrd="2" destOrd="0" presId="urn:microsoft.com/office/officeart/2018/2/layout/IconVerticalSolidList"/>
    <dgm:cxn modelId="{76AE65A4-AE9E-4334-8BF1-988F0771F293}" type="presParOf" srcId="{2D8BDD75-2710-4B7B-B9D3-46F7DF2DC1AB}" destId="{A5180EDE-6B82-4EF5-8CF5-5E5EA9EAFD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DC90238-9A5C-45E0-BEA9-0E34C2A14B4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2D862F-2AC6-4717-8A41-49ED299B94A3}">
      <dgm:prSet/>
      <dgm:spPr/>
      <dgm:t>
        <a:bodyPr/>
        <a:lstStyle/>
        <a:p>
          <a:r>
            <a:rPr lang="en-US"/>
            <a:t>Luxmetre kullanılır</a:t>
          </a:r>
        </a:p>
      </dgm:t>
    </dgm:pt>
    <dgm:pt modelId="{37E678D4-8004-42E3-9385-1219F4E04389}" type="parTrans" cxnId="{166A5BDA-E6AE-4B8E-81C8-6FD6C61E8419}">
      <dgm:prSet/>
      <dgm:spPr/>
      <dgm:t>
        <a:bodyPr/>
        <a:lstStyle/>
        <a:p>
          <a:endParaRPr lang="en-US"/>
        </a:p>
      </dgm:t>
    </dgm:pt>
    <dgm:pt modelId="{0253EA5E-8141-4F69-8B64-AAE6AA5B4245}" type="sibTrans" cxnId="{166A5BDA-E6AE-4B8E-81C8-6FD6C61E8419}">
      <dgm:prSet/>
      <dgm:spPr/>
      <dgm:t>
        <a:bodyPr/>
        <a:lstStyle/>
        <a:p>
          <a:endParaRPr lang="en-US"/>
        </a:p>
      </dgm:t>
    </dgm:pt>
    <dgm:pt modelId="{3DC54D98-5854-4F77-A39E-D2231802A8CA}">
      <dgm:prSet/>
      <dgm:spPr/>
      <dgm:t>
        <a:bodyPr/>
        <a:lstStyle/>
        <a:p>
          <a:r>
            <a:rPr lang="en-US"/>
            <a:t>Ortamın aydınlık seviyesi ölçülür</a:t>
          </a:r>
        </a:p>
      </dgm:t>
    </dgm:pt>
    <dgm:pt modelId="{AACC29EC-4A38-4C65-991E-E4079A5B5164}" type="parTrans" cxnId="{9BF87E9D-1331-481D-811C-E7B0165A8543}">
      <dgm:prSet/>
      <dgm:spPr/>
      <dgm:t>
        <a:bodyPr/>
        <a:lstStyle/>
        <a:p>
          <a:endParaRPr lang="en-US"/>
        </a:p>
      </dgm:t>
    </dgm:pt>
    <dgm:pt modelId="{FBE32B6E-513F-4331-8EEC-5B10E959103C}" type="sibTrans" cxnId="{9BF87E9D-1331-481D-811C-E7B0165A8543}">
      <dgm:prSet/>
      <dgm:spPr/>
      <dgm:t>
        <a:bodyPr/>
        <a:lstStyle/>
        <a:p>
          <a:endParaRPr lang="en-US"/>
        </a:p>
      </dgm:t>
    </dgm:pt>
    <dgm:pt modelId="{A967FB4E-FD08-42D2-93C1-19184862FF8D}" type="pres">
      <dgm:prSet presAssocID="{3DC90238-9A5C-45E0-BEA9-0E34C2A14B49}" presName="linear" presStyleCnt="0">
        <dgm:presLayoutVars>
          <dgm:animLvl val="lvl"/>
          <dgm:resizeHandles val="exact"/>
        </dgm:presLayoutVars>
      </dgm:prSet>
      <dgm:spPr/>
    </dgm:pt>
    <dgm:pt modelId="{9294301D-616D-4FEB-A3A1-9779EBC0C025}" type="pres">
      <dgm:prSet presAssocID="{3B2D862F-2AC6-4717-8A41-49ED299B94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953C3C-4750-4399-97D2-66CCD5127DED}" type="pres">
      <dgm:prSet presAssocID="{0253EA5E-8141-4F69-8B64-AAE6AA5B4245}" presName="spacer" presStyleCnt="0"/>
      <dgm:spPr/>
    </dgm:pt>
    <dgm:pt modelId="{BBEFB907-38D4-43FC-B86F-BD30D65966B9}" type="pres">
      <dgm:prSet presAssocID="{3DC54D98-5854-4F77-A39E-D2231802A8C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D1FD964-98D9-48C5-9738-857F6CD1753C}" type="presOf" srcId="{3DC90238-9A5C-45E0-BEA9-0E34C2A14B49}" destId="{A967FB4E-FD08-42D2-93C1-19184862FF8D}" srcOrd="0" destOrd="0" presId="urn:microsoft.com/office/officeart/2005/8/layout/vList2"/>
    <dgm:cxn modelId="{9BF87E9D-1331-481D-811C-E7B0165A8543}" srcId="{3DC90238-9A5C-45E0-BEA9-0E34C2A14B49}" destId="{3DC54D98-5854-4F77-A39E-D2231802A8CA}" srcOrd="1" destOrd="0" parTransId="{AACC29EC-4A38-4C65-991E-E4079A5B5164}" sibTransId="{FBE32B6E-513F-4331-8EEC-5B10E959103C}"/>
    <dgm:cxn modelId="{166A5BDA-E6AE-4B8E-81C8-6FD6C61E8419}" srcId="{3DC90238-9A5C-45E0-BEA9-0E34C2A14B49}" destId="{3B2D862F-2AC6-4717-8A41-49ED299B94A3}" srcOrd="0" destOrd="0" parTransId="{37E678D4-8004-42E3-9385-1219F4E04389}" sibTransId="{0253EA5E-8141-4F69-8B64-AAE6AA5B4245}"/>
    <dgm:cxn modelId="{9375C5E6-9828-4F0E-9AAA-89D359A23A42}" type="presOf" srcId="{3B2D862F-2AC6-4717-8A41-49ED299B94A3}" destId="{9294301D-616D-4FEB-A3A1-9779EBC0C025}" srcOrd="0" destOrd="0" presId="urn:microsoft.com/office/officeart/2005/8/layout/vList2"/>
    <dgm:cxn modelId="{2CA82CEB-7DB4-421B-8E2D-FA3451560267}" type="presOf" srcId="{3DC54D98-5854-4F77-A39E-D2231802A8CA}" destId="{BBEFB907-38D4-43FC-B86F-BD30D65966B9}" srcOrd="0" destOrd="0" presId="urn:microsoft.com/office/officeart/2005/8/layout/vList2"/>
    <dgm:cxn modelId="{DD94BF83-D984-4110-B018-2331464F5081}" type="presParOf" srcId="{A967FB4E-FD08-42D2-93C1-19184862FF8D}" destId="{9294301D-616D-4FEB-A3A1-9779EBC0C025}" srcOrd="0" destOrd="0" presId="urn:microsoft.com/office/officeart/2005/8/layout/vList2"/>
    <dgm:cxn modelId="{02E57FB4-7D6C-479B-92A0-7A6FACC734E8}" type="presParOf" srcId="{A967FB4E-FD08-42D2-93C1-19184862FF8D}" destId="{8B953C3C-4750-4399-97D2-66CCD5127DED}" srcOrd="1" destOrd="0" presId="urn:microsoft.com/office/officeart/2005/8/layout/vList2"/>
    <dgm:cxn modelId="{39EEA695-EEF3-4DFB-8896-B4F287BCD078}" type="presParOf" srcId="{A967FB4E-FD08-42D2-93C1-19184862FF8D}" destId="{BBEFB907-38D4-43FC-B86F-BD30D65966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236A02C-CCC7-4710-BA8E-2B9975FC6E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DEA834-C261-4B79-8C04-E25378376FDA}">
      <dgm:prSet/>
      <dgm:spPr/>
      <dgm:t>
        <a:bodyPr/>
        <a:lstStyle/>
        <a:p>
          <a:r>
            <a:rPr lang="en-US"/>
            <a:t>Solventler</a:t>
          </a:r>
        </a:p>
      </dgm:t>
    </dgm:pt>
    <dgm:pt modelId="{6ACF6B12-EB54-4F1C-8FE1-64D19FB6DCBB}" type="parTrans" cxnId="{9AE1F8EA-59E6-4B48-8DD4-AB7DD1D926E2}">
      <dgm:prSet/>
      <dgm:spPr/>
      <dgm:t>
        <a:bodyPr/>
        <a:lstStyle/>
        <a:p>
          <a:endParaRPr lang="en-US"/>
        </a:p>
      </dgm:t>
    </dgm:pt>
    <dgm:pt modelId="{533CC4EA-476A-4DE5-B081-789DB7AC0E63}" type="sibTrans" cxnId="{9AE1F8EA-59E6-4B48-8DD4-AB7DD1D926E2}">
      <dgm:prSet/>
      <dgm:spPr/>
      <dgm:t>
        <a:bodyPr/>
        <a:lstStyle/>
        <a:p>
          <a:endParaRPr lang="en-US"/>
        </a:p>
      </dgm:t>
    </dgm:pt>
    <dgm:pt modelId="{8764FCBE-CE73-4F68-9BAE-9C7FCE02072F}">
      <dgm:prSet/>
      <dgm:spPr/>
      <dgm:t>
        <a:bodyPr/>
        <a:lstStyle/>
        <a:p>
          <a:r>
            <a:rPr lang="en-US"/>
            <a:t>Zehirli gazlar</a:t>
          </a:r>
        </a:p>
      </dgm:t>
    </dgm:pt>
    <dgm:pt modelId="{34DC7D20-C1AA-47A4-AE80-7213A9D98DE0}" type="parTrans" cxnId="{9ADE79F3-3D87-4A22-8279-2A043F01259B}">
      <dgm:prSet/>
      <dgm:spPr/>
      <dgm:t>
        <a:bodyPr/>
        <a:lstStyle/>
        <a:p>
          <a:endParaRPr lang="en-US"/>
        </a:p>
      </dgm:t>
    </dgm:pt>
    <dgm:pt modelId="{95BE4E90-E345-4CFC-82AF-988CCFD28282}" type="sibTrans" cxnId="{9ADE79F3-3D87-4A22-8279-2A043F01259B}">
      <dgm:prSet/>
      <dgm:spPr/>
      <dgm:t>
        <a:bodyPr/>
        <a:lstStyle/>
        <a:p>
          <a:endParaRPr lang="en-US"/>
        </a:p>
      </dgm:t>
    </dgm:pt>
    <dgm:pt modelId="{E48B4C0F-9375-4124-8EF3-9DAB56CF1A03}">
      <dgm:prSet/>
      <dgm:spPr/>
      <dgm:t>
        <a:bodyPr/>
        <a:lstStyle/>
        <a:p>
          <a:r>
            <a:rPr lang="en-US"/>
            <a:t>Tozlar</a:t>
          </a:r>
        </a:p>
      </dgm:t>
    </dgm:pt>
    <dgm:pt modelId="{6BF74A57-A80C-42E8-96C8-4CD153C4545F}" type="parTrans" cxnId="{617602FF-2E09-4933-B7EA-06D26575ACE6}">
      <dgm:prSet/>
      <dgm:spPr/>
      <dgm:t>
        <a:bodyPr/>
        <a:lstStyle/>
        <a:p>
          <a:endParaRPr lang="en-US"/>
        </a:p>
      </dgm:t>
    </dgm:pt>
    <dgm:pt modelId="{C0D680EE-EC96-442A-9B31-EEDCEB9685A2}" type="sibTrans" cxnId="{617602FF-2E09-4933-B7EA-06D26575ACE6}">
      <dgm:prSet/>
      <dgm:spPr/>
      <dgm:t>
        <a:bodyPr/>
        <a:lstStyle/>
        <a:p>
          <a:endParaRPr lang="en-US"/>
        </a:p>
      </dgm:t>
    </dgm:pt>
    <dgm:pt modelId="{DCC46C55-EFFF-486D-8D97-2A0D223B01FE}">
      <dgm:prSet/>
      <dgm:spPr/>
      <dgm:t>
        <a:bodyPr/>
        <a:lstStyle/>
        <a:p>
          <a:r>
            <a:rPr lang="en-US"/>
            <a:t>Ağır metaller</a:t>
          </a:r>
        </a:p>
      </dgm:t>
    </dgm:pt>
    <dgm:pt modelId="{F3FAF44E-2C4C-4156-8050-73A75A9BA482}" type="parTrans" cxnId="{2356A902-5010-44A9-81BB-0FA4962E3F91}">
      <dgm:prSet/>
      <dgm:spPr/>
      <dgm:t>
        <a:bodyPr/>
        <a:lstStyle/>
        <a:p>
          <a:endParaRPr lang="en-US"/>
        </a:p>
      </dgm:t>
    </dgm:pt>
    <dgm:pt modelId="{14B36BC3-2873-4E48-ACEF-8611EF997F56}" type="sibTrans" cxnId="{2356A902-5010-44A9-81BB-0FA4962E3F91}">
      <dgm:prSet/>
      <dgm:spPr/>
      <dgm:t>
        <a:bodyPr/>
        <a:lstStyle/>
        <a:p>
          <a:endParaRPr lang="en-US"/>
        </a:p>
      </dgm:t>
    </dgm:pt>
    <dgm:pt modelId="{2765239C-89D5-481D-9D67-DAA457576444}" type="pres">
      <dgm:prSet presAssocID="{E236A02C-CCC7-4710-BA8E-2B9975FC6EE1}" presName="linear" presStyleCnt="0">
        <dgm:presLayoutVars>
          <dgm:animLvl val="lvl"/>
          <dgm:resizeHandles val="exact"/>
        </dgm:presLayoutVars>
      </dgm:prSet>
      <dgm:spPr/>
    </dgm:pt>
    <dgm:pt modelId="{0C3AB1A6-1AC0-4A09-AB11-42BA2232698D}" type="pres">
      <dgm:prSet presAssocID="{55DEA834-C261-4B79-8C04-E25378376F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BA8FBF-73C0-407F-895B-9D81BFDB1767}" type="pres">
      <dgm:prSet presAssocID="{533CC4EA-476A-4DE5-B081-789DB7AC0E63}" presName="spacer" presStyleCnt="0"/>
      <dgm:spPr/>
    </dgm:pt>
    <dgm:pt modelId="{7A45ACCC-1AB8-4587-A959-5F8CE2217AD2}" type="pres">
      <dgm:prSet presAssocID="{8764FCBE-CE73-4F68-9BAE-9C7FCE0207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46B89E3-7C9E-4835-B9CC-BCA3D8899959}" type="pres">
      <dgm:prSet presAssocID="{95BE4E90-E345-4CFC-82AF-988CCFD28282}" presName="spacer" presStyleCnt="0"/>
      <dgm:spPr/>
    </dgm:pt>
    <dgm:pt modelId="{5E68D7FE-23C9-4DAE-818F-2EAF7AD39C59}" type="pres">
      <dgm:prSet presAssocID="{E48B4C0F-9375-4124-8EF3-9DAB56CF1A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89C1D3-8603-450E-BFDB-8EE9689D6ECB}" type="pres">
      <dgm:prSet presAssocID="{C0D680EE-EC96-442A-9B31-EEDCEB9685A2}" presName="spacer" presStyleCnt="0"/>
      <dgm:spPr/>
    </dgm:pt>
    <dgm:pt modelId="{F59512CD-6A23-4CFD-BF3D-EF806CCF8752}" type="pres">
      <dgm:prSet presAssocID="{DCC46C55-EFFF-486D-8D97-2A0D223B01F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56A902-5010-44A9-81BB-0FA4962E3F91}" srcId="{E236A02C-CCC7-4710-BA8E-2B9975FC6EE1}" destId="{DCC46C55-EFFF-486D-8D97-2A0D223B01FE}" srcOrd="3" destOrd="0" parTransId="{F3FAF44E-2C4C-4156-8050-73A75A9BA482}" sibTransId="{14B36BC3-2873-4E48-ACEF-8611EF997F56}"/>
    <dgm:cxn modelId="{574AD85B-1EEC-493A-944E-C092895AE42B}" type="presOf" srcId="{8764FCBE-CE73-4F68-9BAE-9C7FCE02072F}" destId="{7A45ACCC-1AB8-4587-A959-5F8CE2217AD2}" srcOrd="0" destOrd="0" presId="urn:microsoft.com/office/officeart/2005/8/layout/vList2"/>
    <dgm:cxn modelId="{4DA6255F-2D8D-4C68-916E-BEF38808D1D9}" type="presOf" srcId="{E236A02C-CCC7-4710-BA8E-2B9975FC6EE1}" destId="{2765239C-89D5-481D-9D67-DAA457576444}" srcOrd="0" destOrd="0" presId="urn:microsoft.com/office/officeart/2005/8/layout/vList2"/>
    <dgm:cxn modelId="{ACDAA57B-0870-4DAF-B071-A6D392580B88}" type="presOf" srcId="{DCC46C55-EFFF-486D-8D97-2A0D223B01FE}" destId="{F59512CD-6A23-4CFD-BF3D-EF806CCF8752}" srcOrd="0" destOrd="0" presId="urn:microsoft.com/office/officeart/2005/8/layout/vList2"/>
    <dgm:cxn modelId="{BD2C60DC-D511-4C25-AAF2-246F8D28D272}" type="presOf" srcId="{55DEA834-C261-4B79-8C04-E25378376FDA}" destId="{0C3AB1A6-1AC0-4A09-AB11-42BA2232698D}" srcOrd="0" destOrd="0" presId="urn:microsoft.com/office/officeart/2005/8/layout/vList2"/>
    <dgm:cxn modelId="{BE5F24DE-0459-4EBE-8D31-0E30CD254D8F}" type="presOf" srcId="{E48B4C0F-9375-4124-8EF3-9DAB56CF1A03}" destId="{5E68D7FE-23C9-4DAE-818F-2EAF7AD39C59}" srcOrd="0" destOrd="0" presId="urn:microsoft.com/office/officeart/2005/8/layout/vList2"/>
    <dgm:cxn modelId="{9AE1F8EA-59E6-4B48-8DD4-AB7DD1D926E2}" srcId="{E236A02C-CCC7-4710-BA8E-2B9975FC6EE1}" destId="{55DEA834-C261-4B79-8C04-E25378376FDA}" srcOrd="0" destOrd="0" parTransId="{6ACF6B12-EB54-4F1C-8FE1-64D19FB6DCBB}" sibTransId="{533CC4EA-476A-4DE5-B081-789DB7AC0E63}"/>
    <dgm:cxn modelId="{9ADE79F3-3D87-4A22-8279-2A043F01259B}" srcId="{E236A02C-CCC7-4710-BA8E-2B9975FC6EE1}" destId="{8764FCBE-CE73-4F68-9BAE-9C7FCE02072F}" srcOrd="1" destOrd="0" parTransId="{34DC7D20-C1AA-47A4-AE80-7213A9D98DE0}" sibTransId="{95BE4E90-E345-4CFC-82AF-988CCFD28282}"/>
    <dgm:cxn modelId="{617602FF-2E09-4933-B7EA-06D26575ACE6}" srcId="{E236A02C-CCC7-4710-BA8E-2B9975FC6EE1}" destId="{E48B4C0F-9375-4124-8EF3-9DAB56CF1A03}" srcOrd="2" destOrd="0" parTransId="{6BF74A57-A80C-42E8-96C8-4CD153C4545F}" sibTransId="{C0D680EE-EC96-442A-9B31-EEDCEB9685A2}"/>
    <dgm:cxn modelId="{9A7421DB-09AD-4AFF-A7D6-7F318E22D5D9}" type="presParOf" srcId="{2765239C-89D5-481D-9D67-DAA457576444}" destId="{0C3AB1A6-1AC0-4A09-AB11-42BA2232698D}" srcOrd="0" destOrd="0" presId="urn:microsoft.com/office/officeart/2005/8/layout/vList2"/>
    <dgm:cxn modelId="{04E4C455-6B87-4065-AE23-48EE01B62154}" type="presParOf" srcId="{2765239C-89D5-481D-9D67-DAA457576444}" destId="{98BA8FBF-73C0-407F-895B-9D81BFDB1767}" srcOrd="1" destOrd="0" presId="urn:microsoft.com/office/officeart/2005/8/layout/vList2"/>
    <dgm:cxn modelId="{2558440A-F0EE-4A21-BE20-5AD708EDBCE0}" type="presParOf" srcId="{2765239C-89D5-481D-9D67-DAA457576444}" destId="{7A45ACCC-1AB8-4587-A959-5F8CE2217AD2}" srcOrd="2" destOrd="0" presId="urn:microsoft.com/office/officeart/2005/8/layout/vList2"/>
    <dgm:cxn modelId="{A8E3742D-5BEA-4572-A8B7-DEEB24FC9223}" type="presParOf" srcId="{2765239C-89D5-481D-9D67-DAA457576444}" destId="{946B89E3-7C9E-4835-B9CC-BCA3D8899959}" srcOrd="3" destOrd="0" presId="urn:microsoft.com/office/officeart/2005/8/layout/vList2"/>
    <dgm:cxn modelId="{E67461A4-90C7-4C7C-B5EE-B72D4B2E324A}" type="presParOf" srcId="{2765239C-89D5-481D-9D67-DAA457576444}" destId="{5E68D7FE-23C9-4DAE-818F-2EAF7AD39C59}" srcOrd="4" destOrd="0" presId="urn:microsoft.com/office/officeart/2005/8/layout/vList2"/>
    <dgm:cxn modelId="{DD0CED73-CD39-4713-9AA6-DD62F3A23CB3}" type="presParOf" srcId="{2765239C-89D5-481D-9D67-DAA457576444}" destId="{4989C1D3-8603-450E-BFDB-8EE9689D6ECB}" srcOrd="5" destOrd="0" presId="urn:microsoft.com/office/officeart/2005/8/layout/vList2"/>
    <dgm:cxn modelId="{0858D71F-A1D4-40CD-9CE3-2AA60A829167}" type="presParOf" srcId="{2765239C-89D5-481D-9D67-DAA457576444}" destId="{F59512CD-6A23-4CFD-BF3D-EF806CCF87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7A03FC8-80C0-4F3F-B0E1-607A336D05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83C927-8DD0-4AE9-AF58-711C0DFAF68F}">
      <dgm:prSet/>
      <dgm:spPr/>
      <dgm:t>
        <a:bodyPr/>
        <a:lstStyle/>
        <a:p>
          <a:r>
            <a:rPr lang="en-US"/>
            <a:t>VOC</a:t>
          </a:r>
        </a:p>
      </dgm:t>
    </dgm:pt>
    <dgm:pt modelId="{22F0DBBF-4D32-4AE8-BEBD-07518A8F4E7B}" type="parTrans" cxnId="{57504333-E980-4C78-8350-5F0A92B69832}">
      <dgm:prSet/>
      <dgm:spPr/>
      <dgm:t>
        <a:bodyPr/>
        <a:lstStyle/>
        <a:p>
          <a:endParaRPr lang="en-US"/>
        </a:p>
      </dgm:t>
    </dgm:pt>
    <dgm:pt modelId="{685BCA6D-C75B-47B7-BFC8-6D6BABE9D64C}" type="sibTrans" cxnId="{57504333-E980-4C78-8350-5F0A92B69832}">
      <dgm:prSet/>
      <dgm:spPr/>
      <dgm:t>
        <a:bodyPr/>
        <a:lstStyle/>
        <a:p>
          <a:endParaRPr lang="en-US"/>
        </a:p>
      </dgm:t>
    </dgm:pt>
    <dgm:pt modelId="{D1885B62-4297-4F70-88E4-727598D09314}">
      <dgm:prSet/>
      <dgm:spPr/>
      <dgm:t>
        <a:bodyPr/>
        <a:lstStyle/>
        <a:p>
          <a:r>
            <a:rPr lang="en-US"/>
            <a:t>Formaldehit</a:t>
          </a:r>
        </a:p>
      </dgm:t>
    </dgm:pt>
    <dgm:pt modelId="{86938323-FC84-48D6-9D0E-830EFC760300}" type="parTrans" cxnId="{67AE9879-0922-45EE-942D-B4BBF7958087}">
      <dgm:prSet/>
      <dgm:spPr/>
      <dgm:t>
        <a:bodyPr/>
        <a:lstStyle/>
        <a:p>
          <a:endParaRPr lang="en-US"/>
        </a:p>
      </dgm:t>
    </dgm:pt>
    <dgm:pt modelId="{0AC13894-235F-4C90-9AAF-BC437686E4A7}" type="sibTrans" cxnId="{67AE9879-0922-45EE-942D-B4BBF7958087}">
      <dgm:prSet/>
      <dgm:spPr/>
      <dgm:t>
        <a:bodyPr/>
        <a:lstStyle/>
        <a:p>
          <a:endParaRPr lang="en-US"/>
        </a:p>
      </dgm:t>
    </dgm:pt>
    <dgm:pt modelId="{B4DFFD76-5242-41BC-9959-809017BAE5A4}">
      <dgm:prSet/>
      <dgm:spPr/>
      <dgm:t>
        <a:bodyPr/>
        <a:lstStyle/>
        <a:p>
          <a:r>
            <a:rPr lang="en-US"/>
            <a:t>Benzen</a:t>
          </a:r>
        </a:p>
      </dgm:t>
    </dgm:pt>
    <dgm:pt modelId="{786CD8DF-FF53-4BA7-B9B6-669350B0A7C9}" type="parTrans" cxnId="{942F4DA8-EAED-45DB-BDB9-2D8325FA2C4F}">
      <dgm:prSet/>
      <dgm:spPr/>
      <dgm:t>
        <a:bodyPr/>
        <a:lstStyle/>
        <a:p>
          <a:endParaRPr lang="en-US"/>
        </a:p>
      </dgm:t>
    </dgm:pt>
    <dgm:pt modelId="{DFF4EB7F-F5DB-451E-8789-54781C75B4C6}" type="sibTrans" cxnId="{942F4DA8-EAED-45DB-BDB9-2D8325FA2C4F}">
      <dgm:prSet/>
      <dgm:spPr/>
      <dgm:t>
        <a:bodyPr/>
        <a:lstStyle/>
        <a:p>
          <a:endParaRPr lang="en-US"/>
        </a:p>
      </dgm:t>
    </dgm:pt>
    <dgm:pt modelId="{165E9B94-2CAE-4B83-8468-91A49E7E1685}">
      <dgm:prSet/>
      <dgm:spPr/>
      <dgm:t>
        <a:bodyPr/>
        <a:lstStyle/>
        <a:p>
          <a:r>
            <a:rPr lang="en-US"/>
            <a:t>Toluen</a:t>
          </a:r>
        </a:p>
      </dgm:t>
    </dgm:pt>
    <dgm:pt modelId="{6B2A1049-D4C6-49A7-934A-1DF495154B4D}" type="parTrans" cxnId="{B904B5A4-5579-46B9-8C73-399F52F5B375}">
      <dgm:prSet/>
      <dgm:spPr/>
      <dgm:t>
        <a:bodyPr/>
        <a:lstStyle/>
        <a:p>
          <a:endParaRPr lang="en-US"/>
        </a:p>
      </dgm:t>
    </dgm:pt>
    <dgm:pt modelId="{762984E9-C332-4022-AD83-F58C1B1361DF}" type="sibTrans" cxnId="{B904B5A4-5579-46B9-8C73-399F52F5B375}">
      <dgm:prSet/>
      <dgm:spPr/>
      <dgm:t>
        <a:bodyPr/>
        <a:lstStyle/>
        <a:p>
          <a:endParaRPr lang="en-US"/>
        </a:p>
      </dgm:t>
    </dgm:pt>
    <dgm:pt modelId="{1ADECD99-965B-4F9F-B4D2-70141B44E50A}" type="pres">
      <dgm:prSet presAssocID="{A7A03FC8-80C0-4F3F-B0E1-607A336D05A6}" presName="linear" presStyleCnt="0">
        <dgm:presLayoutVars>
          <dgm:animLvl val="lvl"/>
          <dgm:resizeHandles val="exact"/>
        </dgm:presLayoutVars>
      </dgm:prSet>
      <dgm:spPr/>
    </dgm:pt>
    <dgm:pt modelId="{04078613-06C1-409C-841F-AD0070EB4074}" type="pres">
      <dgm:prSet presAssocID="{8883C927-8DD0-4AE9-AF58-711C0DFAF6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84B67D-548E-4208-9F29-A594815B6B44}" type="pres">
      <dgm:prSet presAssocID="{685BCA6D-C75B-47B7-BFC8-6D6BABE9D64C}" presName="spacer" presStyleCnt="0"/>
      <dgm:spPr/>
    </dgm:pt>
    <dgm:pt modelId="{B54498B3-6153-4C56-A6BF-A65FC0432BB7}" type="pres">
      <dgm:prSet presAssocID="{D1885B62-4297-4F70-88E4-727598D093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3A4934-BCE7-4110-A577-A6F65575408F}" type="pres">
      <dgm:prSet presAssocID="{0AC13894-235F-4C90-9AAF-BC437686E4A7}" presName="spacer" presStyleCnt="0"/>
      <dgm:spPr/>
    </dgm:pt>
    <dgm:pt modelId="{2C939C59-70D5-4421-81D4-216EA7041816}" type="pres">
      <dgm:prSet presAssocID="{B4DFFD76-5242-41BC-9959-809017BAE5A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6DFC3B-EA05-4956-A555-30F4B8B9CA72}" type="pres">
      <dgm:prSet presAssocID="{DFF4EB7F-F5DB-451E-8789-54781C75B4C6}" presName="spacer" presStyleCnt="0"/>
      <dgm:spPr/>
    </dgm:pt>
    <dgm:pt modelId="{9A7E8069-4888-40EA-9674-B15D406B9BE8}" type="pres">
      <dgm:prSet presAssocID="{165E9B94-2CAE-4B83-8468-91A49E7E16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A8C519-C211-461F-8925-36B5D547BEE3}" type="presOf" srcId="{165E9B94-2CAE-4B83-8468-91A49E7E1685}" destId="{9A7E8069-4888-40EA-9674-B15D406B9BE8}" srcOrd="0" destOrd="0" presId="urn:microsoft.com/office/officeart/2005/8/layout/vList2"/>
    <dgm:cxn modelId="{57504333-E980-4C78-8350-5F0A92B69832}" srcId="{A7A03FC8-80C0-4F3F-B0E1-607A336D05A6}" destId="{8883C927-8DD0-4AE9-AF58-711C0DFAF68F}" srcOrd="0" destOrd="0" parTransId="{22F0DBBF-4D32-4AE8-BEBD-07518A8F4E7B}" sibTransId="{685BCA6D-C75B-47B7-BFC8-6D6BABE9D64C}"/>
    <dgm:cxn modelId="{B809D36A-CB3C-4C2C-AEBA-5EB758CECF78}" type="presOf" srcId="{8883C927-8DD0-4AE9-AF58-711C0DFAF68F}" destId="{04078613-06C1-409C-841F-AD0070EB4074}" srcOrd="0" destOrd="0" presId="urn:microsoft.com/office/officeart/2005/8/layout/vList2"/>
    <dgm:cxn modelId="{792C454E-F533-47E4-A4AD-B4AF98A1B0D4}" type="presOf" srcId="{B4DFFD76-5242-41BC-9959-809017BAE5A4}" destId="{2C939C59-70D5-4421-81D4-216EA7041816}" srcOrd="0" destOrd="0" presId="urn:microsoft.com/office/officeart/2005/8/layout/vList2"/>
    <dgm:cxn modelId="{67AE9879-0922-45EE-942D-B4BBF7958087}" srcId="{A7A03FC8-80C0-4F3F-B0E1-607A336D05A6}" destId="{D1885B62-4297-4F70-88E4-727598D09314}" srcOrd="1" destOrd="0" parTransId="{86938323-FC84-48D6-9D0E-830EFC760300}" sibTransId="{0AC13894-235F-4C90-9AAF-BC437686E4A7}"/>
    <dgm:cxn modelId="{162D5795-A15C-4CD2-9157-32219F64CA72}" type="presOf" srcId="{A7A03FC8-80C0-4F3F-B0E1-607A336D05A6}" destId="{1ADECD99-965B-4F9F-B4D2-70141B44E50A}" srcOrd="0" destOrd="0" presId="urn:microsoft.com/office/officeart/2005/8/layout/vList2"/>
    <dgm:cxn modelId="{B904B5A4-5579-46B9-8C73-399F52F5B375}" srcId="{A7A03FC8-80C0-4F3F-B0E1-607A336D05A6}" destId="{165E9B94-2CAE-4B83-8468-91A49E7E1685}" srcOrd="3" destOrd="0" parTransId="{6B2A1049-D4C6-49A7-934A-1DF495154B4D}" sibTransId="{762984E9-C332-4022-AD83-F58C1B1361DF}"/>
    <dgm:cxn modelId="{942F4DA8-EAED-45DB-BDB9-2D8325FA2C4F}" srcId="{A7A03FC8-80C0-4F3F-B0E1-607A336D05A6}" destId="{B4DFFD76-5242-41BC-9959-809017BAE5A4}" srcOrd="2" destOrd="0" parTransId="{786CD8DF-FF53-4BA7-B9B6-669350B0A7C9}" sibTransId="{DFF4EB7F-F5DB-451E-8789-54781C75B4C6}"/>
    <dgm:cxn modelId="{80A3AFFD-ED23-4848-B13E-9230F87A29F3}" type="presOf" srcId="{D1885B62-4297-4F70-88E4-727598D09314}" destId="{B54498B3-6153-4C56-A6BF-A65FC0432BB7}" srcOrd="0" destOrd="0" presId="urn:microsoft.com/office/officeart/2005/8/layout/vList2"/>
    <dgm:cxn modelId="{B1813089-51E7-4E9E-B000-FD49EC9432D9}" type="presParOf" srcId="{1ADECD99-965B-4F9F-B4D2-70141B44E50A}" destId="{04078613-06C1-409C-841F-AD0070EB4074}" srcOrd="0" destOrd="0" presId="urn:microsoft.com/office/officeart/2005/8/layout/vList2"/>
    <dgm:cxn modelId="{16767F9C-B1F1-4DC2-887F-5CC02B4C066C}" type="presParOf" srcId="{1ADECD99-965B-4F9F-B4D2-70141B44E50A}" destId="{EE84B67D-548E-4208-9F29-A594815B6B44}" srcOrd="1" destOrd="0" presId="urn:microsoft.com/office/officeart/2005/8/layout/vList2"/>
    <dgm:cxn modelId="{55D7A2F8-724F-4C35-A11C-C6CBD248BD90}" type="presParOf" srcId="{1ADECD99-965B-4F9F-B4D2-70141B44E50A}" destId="{B54498B3-6153-4C56-A6BF-A65FC0432BB7}" srcOrd="2" destOrd="0" presId="urn:microsoft.com/office/officeart/2005/8/layout/vList2"/>
    <dgm:cxn modelId="{B8863B12-1406-4147-95AA-7C4177FE1F7B}" type="presParOf" srcId="{1ADECD99-965B-4F9F-B4D2-70141B44E50A}" destId="{C83A4934-BCE7-4110-A577-A6F65575408F}" srcOrd="3" destOrd="0" presId="urn:microsoft.com/office/officeart/2005/8/layout/vList2"/>
    <dgm:cxn modelId="{6F88AF9B-EF42-439C-B4C9-AB046518A4D3}" type="presParOf" srcId="{1ADECD99-965B-4F9F-B4D2-70141B44E50A}" destId="{2C939C59-70D5-4421-81D4-216EA7041816}" srcOrd="4" destOrd="0" presId="urn:microsoft.com/office/officeart/2005/8/layout/vList2"/>
    <dgm:cxn modelId="{69545618-DA41-4571-9C20-813ECDD7F48B}" type="presParOf" srcId="{1ADECD99-965B-4F9F-B4D2-70141B44E50A}" destId="{F06DFC3B-EA05-4956-A555-30F4B8B9CA72}" srcOrd="5" destOrd="0" presId="urn:microsoft.com/office/officeart/2005/8/layout/vList2"/>
    <dgm:cxn modelId="{A7B972B9-2F99-446A-A5E2-EAB1B7316645}" type="presParOf" srcId="{1ADECD99-965B-4F9F-B4D2-70141B44E50A}" destId="{9A7E8069-4888-40EA-9674-B15D406B9B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9F7DE36-A6F4-4733-862D-CAF7BEF1D010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D1DC2A-333B-4B24-8E5D-CCEE68A5677B}">
      <dgm:prSet/>
      <dgm:spPr/>
      <dgm:t>
        <a:bodyPr/>
        <a:lstStyle/>
        <a:p>
          <a:r>
            <a:rPr lang="en-US"/>
            <a:t>Patlayıcı</a:t>
          </a:r>
        </a:p>
      </dgm:t>
    </dgm:pt>
    <dgm:pt modelId="{496407C4-EA7C-4401-A1C5-288AE13BB291}" type="parTrans" cxnId="{B70CFAD9-15E4-4BD0-B6E2-E3025FC7B3CC}">
      <dgm:prSet/>
      <dgm:spPr/>
      <dgm:t>
        <a:bodyPr/>
        <a:lstStyle/>
        <a:p>
          <a:endParaRPr lang="en-US"/>
        </a:p>
      </dgm:t>
    </dgm:pt>
    <dgm:pt modelId="{8D9A3452-0DA0-4A5F-AD7D-082B62A36668}" type="sibTrans" cxnId="{B70CFAD9-15E4-4BD0-B6E2-E3025FC7B3CC}">
      <dgm:prSet/>
      <dgm:spPr/>
      <dgm:t>
        <a:bodyPr/>
        <a:lstStyle/>
        <a:p>
          <a:endParaRPr lang="en-US"/>
        </a:p>
      </dgm:t>
    </dgm:pt>
    <dgm:pt modelId="{D9A57E8D-0B76-4CDD-934E-54DD1BE7C177}">
      <dgm:prSet/>
      <dgm:spPr/>
      <dgm:t>
        <a:bodyPr/>
        <a:lstStyle/>
        <a:p>
          <a:r>
            <a:rPr lang="en-US"/>
            <a:t>Alevlenebilir</a:t>
          </a:r>
        </a:p>
      </dgm:t>
    </dgm:pt>
    <dgm:pt modelId="{F01FFC01-6B3B-4321-AA2A-A37B3E17B8C7}" type="parTrans" cxnId="{BB9AFBD7-EFBA-4C39-A293-F8406D3F9C5E}">
      <dgm:prSet/>
      <dgm:spPr/>
      <dgm:t>
        <a:bodyPr/>
        <a:lstStyle/>
        <a:p>
          <a:endParaRPr lang="en-US"/>
        </a:p>
      </dgm:t>
    </dgm:pt>
    <dgm:pt modelId="{4F597DF8-2C08-48CD-9CAC-817F996F588E}" type="sibTrans" cxnId="{BB9AFBD7-EFBA-4C39-A293-F8406D3F9C5E}">
      <dgm:prSet/>
      <dgm:spPr/>
      <dgm:t>
        <a:bodyPr/>
        <a:lstStyle/>
        <a:p>
          <a:endParaRPr lang="en-US"/>
        </a:p>
      </dgm:t>
    </dgm:pt>
    <dgm:pt modelId="{A5F9ADF4-F0F8-4894-BA4E-9FB77108890A}">
      <dgm:prSet/>
      <dgm:spPr/>
      <dgm:t>
        <a:bodyPr/>
        <a:lstStyle/>
        <a:p>
          <a:r>
            <a:rPr lang="en-US"/>
            <a:t>Toksik</a:t>
          </a:r>
        </a:p>
      </dgm:t>
    </dgm:pt>
    <dgm:pt modelId="{909F851B-B7DD-4656-A994-897BCB81D7DB}" type="parTrans" cxnId="{7DE249DC-47AF-4F5B-BCB6-DA140749F890}">
      <dgm:prSet/>
      <dgm:spPr/>
      <dgm:t>
        <a:bodyPr/>
        <a:lstStyle/>
        <a:p>
          <a:endParaRPr lang="en-US"/>
        </a:p>
      </dgm:t>
    </dgm:pt>
    <dgm:pt modelId="{270D38C7-0FC7-4674-BA45-F22F04ABAD73}" type="sibTrans" cxnId="{7DE249DC-47AF-4F5B-BCB6-DA140749F890}">
      <dgm:prSet/>
      <dgm:spPr/>
      <dgm:t>
        <a:bodyPr/>
        <a:lstStyle/>
        <a:p>
          <a:endParaRPr lang="en-US"/>
        </a:p>
      </dgm:t>
    </dgm:pt>
    <dgm:pt modelId="{9CD57BCF-5D3B-4E77-8770-1BC73A7E1EC9}">
      <dgm:prSet/>
      <dgm:spPr/>
      <dgm:t>
        <a:bodyPr/>
        <a:lstStyle/>
        <a:p>
          <a:r>
            <a:rPr lang="en-US"/>
            <a:t>Kanserojen</a:t>
          </a:r>
        </a:p>
      </dgm:t>
    </dgm:pt>
    <dgm:pt modelId="{A2D0BA87-3398-4C5F-A726-4438AD140214}" type="parTrans" cxnId="{0B6C64D8-2CE9-4C9C-9510-5E095D641670}">
      <dgm:prSet/>
      <dgm:spPr/>
      <dgm:t>
        <a:bodyPr/>
        <a:lstStyle/>
        <a:p>
          <a:endParaRPr lang="en-US"/>
        </a:p>
      </dgm:t>
    </dgm:pt>
    <dgm:pt modelId="{8149205A-B5B3-4441-BA3C-AD1F74711923}" type="sibTrans" cxnId="{0B6C64D8-2CE9-4C9C-9510-5E095D641670}">
      <dgm:prSet/>
      <dgm:spPr/>
      <dgm:t>
        <a:bodyPr/>
        <a:lstStyle/>
        <a:p>
          <a:endParaRPr lang="en-US"/>
        </a:p>
      </dgm:t>
    </dgm:pt>
    <dgm:pt modelId="{0891902B-5ED8-45C2-9B5B-C86150462939}" type="pres">
      <dgm:prSet presAssocID="{B9F7DE36-A6F4-4733-862D-CAF7BEF1D010}" presName="diagram" presStyleCnt="0">
        <dgm:presLayoutVars>
          <dgm:dir/>
          <dgm:resizeHandles val="exact"/>
        </dgm:presLayoutVars>
      </dgm:prSet>
      <dgm:spPr/>
    </dgm:pt>
    <dgm:pt modelId="{4624DC66-1422-409D-B275-8BD6C555B9AE}" type="pres">
      <dgm:prSet presAssocID="{BED1DC2A-333B-4B24-8E5D-CCEE68A5677B}" presName="node" presStyleLbl="node1" presStyleIdx="0" presStyleCnt="4">
        <dgm:presLayoutVars>
          <dgm:bulletEnabled val="1"/>
        </dgm:presLayoutVars>
      </dgm:prSet>
      <dgm:spPr/>
    </dgm:pt>
    <dgm:pt modelId="{334E2460-BFD1-4EC4-B9C6-762E61776CC0}" type="pres">
      <dgm:prSet presAssocID="{8D9A3452-0DA0-4A5F-AD7D-082B62A36668}" presName="sibTrans" presStyleCnt="0"/>
      <dgm:spPr/>
    </dgm:pt>
    <dgm:pt modelId="{071635C0-99DA-402D-A934-39C5CBE4DC0C}" type="pres">
      <dgm:prSet presAssocID="{D9A57E8D-0B76-4CDD-934E-54DD1BE7C177}" presName="node" presStyleLbl="node1" presStyleIdx="1" presStyleCnt="4">
        <dgm:presLayoutVars>
          <dgm:bulletEnabled val="1"/>
        </dgm:presLayoutVars>
      </dgm:prSet>
      <dgm:spPr/>
    </dgm:pt>
    <dgm:pt modelId="{25CDE74C-CA2B-49FF-B739-44F095D9D6B4}" type="pres">
      <dgm:prSet presAssocID="{4F597DF8-2C08-48CD-9CAC-817F996F588E}" presName="sibTrans" presStyleCnt="0"/>
      <dgm:spPr/>
    </dgm:pt>
    <dgm:pt modelId="{333AC197-ABAD-4CA5-AB2F-BA657EA6A402}" type="pres">
      <dgm:prSet presAssocID="{A5F9ADF4-F0F8-4894-BA4E-9FB77108890A}" presName="node" presStyleLbl="node1" presStyleIdx="2" presStyleCnt="4">
        <dgm:presLayoutVars>
          <dgm:bulletEnabled val="1"/>
        </dgm:presLayoutVars>
      </dgm:prSet>
      <dgm:spPr/>
    </dgm:pt>
    <dgm:pt modelId="{721B31DA-EBEA-4AB1-B9DF-BEE421533ACD}" type="pres">
      <dgm:prSet presAssocID="{270D38C7-0FC7-4674-BA45-F22F04ABAD73}" presName="sibTrans" presStyleCnt="0"/>
      <dgm:spPr/>
    </dgm:pt>
    <dgm:pt modelId="{8C763A35-B726-4362-8CB8-2A9D991EB98E}" type="pres">
      <dgm:prSet presAssocID="{9CD57BCF-5D3B-4E77-8770-1BC73A7E1EC9}" presName="node" presStyleLbl="node1" presStyleIdx="3" presStyleCnt="4">
        <dgm:presLayoutVars>
          <dgm:bulletEnabled val="1"/>
        </dgm:presLayoutVars>
      </dgm:prSet>
      <dgm:spPr/>
    </dgm:pt>
  </dgm:ptLst>
  <dgm:cxnLst>
    <dgm:cxn modelId="{CA583118-46E8-4472-B567-BB1E6772E507}" type="presOf" srcId="{BED1DC2A-333B-4B24-8E5D-CCEE68A5677B}" destId="{4624DC66-1422-409D-B275-8BD6C555B9AE}" srcOrd="0" destOrd="0" presId="urn:microsoft.com/office/officeart/2005/8/layout/default"/>
    <dgm:cxn modelId="{DE0EA865-AA9B-46B6-B842-8A86D93708C8}" type="presOf" srcId="{A5F9ADF4-F0F8-4894-BA4E-9FB77108890A}" destId="{333AC197-ABAD-4CA5-AB2F-BA657EA6A402}" srcOrd="0" destOrd="0" presId="urn:microsoft.com/office/officeart/2005/8/layout/default"/>
    <dgm:cxn modelId="{96814C49-B3AF-45F1-883B-7F444119D0CB}" type="presOf" srcId="{9CD57BCF-5D3B-4E77-8770-1BC73A7E1EC9}" destId="{8C763A35-B726-4362-8CB8-2A9D991EB98E}" srcOrd="0" destOrd="0" presId="urn:microsoft.com/office/officeart/2005/8/layout/default"/>
    <dgm:cxn modelId="{43E54884-FB9A-46B4-B99F-6F5130DAE895}" type="presOf" srcId="{B9F7DE36-A6F4-4733-862D-CAF7BEF1D010}" destId="{0891902B-5ED8-45C2-9B5B-C86150462939}" srcOrd="0" destOrd="0" presId="urn:microsoft.com/office/officeart/2005/8/layout/default"/>
    <dgm:cxn modelId="{F6491187-9CAD-471C-8D78-F34C33BEC2FA}" type="presOf" srcId="{D9A57E8D-0B76-4CDD-934E-54DD1BE7C177}" destId="{071635C0-99DA-402D-A934-39C5CBE4DC0C}" srcOrd="0" destOrd="0" presId="urn:microsoft.com/office/officeart/2005/8/layout/default"/>
    <dgm:cxn modelId="{BB9AFBD7-EFBA-4C39-A293-F8406D3F9C5E}" srcId="{B9F7DE36-A6F4-4733-862D-CAF7BEF1D010}" destId="{D9A57E8D-0B76-4CDD-934E-54DD1BE7C177}" srcOrd="1" destOrd="0" parTransId="{F01FFC01-6B3B-4321-AA2A-A37B3E17B8C7}" sibTransId="{4F597DF8-2C08-48CD-9CAC-817F996F588E}"/>
    <dgm:cxn modelId="{0B6C64D8-2CE9-4C9C-9510-5E095D641670}" srcId="{B9F7DE36-A6F4-4733-862D-CAF7BEF1D010}" destId="{9CD57BCF-5D3B-4E77-8770-1BC73A7E1EC9}" srcOrd="3" destOrd="0" parTransId="{A2D0BA87-3398-4C5F-A726-4438AD140214}" sibTransId="{8149205A-B5B3-4441-BA3C-AD1F74711923}"/>
    <dgm:cxn modelId="{B70CFAD9-15E4-4BD0-B6E2-E3025FC7B3CC}" srcId="{B9F7DE36-A6F4-4733-862D-CAF7BEF1D010}" destId="{BED1DC2A-333B-4B24-8E5D-CCEE68A5677B}" srcOrd="0" destOrd="0" parTransId="{496407C4-EA7C-4401-A1C5-288AE13BB291}" sibTransId="{8D9A3452-0DA0-4A5F-AD7D-082B62A36668}"/>
    <dgm:cxn modelId="{7DE249DC-47AF-4F5B-BCB6-DA140749F890}" srcId="{B9F7DE36-A6F4-4733-862D-CAF7BEF1D010}" destId="{A5F9ADF4-F0F8-4894-BA4E-9FB77108890A}" srcOrd="2" destOrd="0" parTransId="{909F851B-B7DD-4656-A994-897BCB81D7DB}" sibTransId="{270D38C7-0FC7-4674-BA45-F22F04ABAD73}"/>
    <dgm:cxn modelId="{A616908F-0502-45F2-8C53-2FDDD6E40D45}" type="presParOf" srcId="{0891902B-5ED8-45C2-9B5B-C86150462939}" destId="{4624DC66-1422-409D-B275-8BD6C555B9AE}" srcOrd="0" destOrd="0" presId="urn:microsoft.com/office/officeart/2005/8/layout/default"/>
    <dgm:cxn modelId="{CB5847F4-BAD7-4AE3-B51F-E90E757C2177}" type="presParOf" srcId="{0891902B-5ED8-45C2-9B5B-C86150462939}" destId="{334E2460-BFD1-4EC4-B9C6-762E61776CC0}" srcOrd="1" destOrd="0" presId="urn:microsoft.com/office/officeart/2005/8/layout/default"/>
    <dgm:cxn modelId="{95389687-00C3-4A71-A3D3-DD6508270ED4}" type="presParOf" srcId="{0891902B-5ED8-45C2-9B5B-C86150462939}" destId="{071635C0-99DA-402D-A934-39C5CBE4DC0C}" srcOrd="2" destOrd="0" presId="urn:microsoft.com/office/officeart/2005/8/layout/default"/>
    <dgm:cxn modelId="{B0C231DA-89EB-4253-B368-EDC7233E4824}" type="presParOf" srcId="{0891902B-5ED8-45C2-9B5B-C86150462939}" destId="{25CDE74C-CA2B-49FF-B739-44F095D9D6B4}" srcOrd="3" destOrd="0" presId="urn:microsoft.com/office/officeart/2005/8/layout/default"/>
    <dgm:cxn modelId="{CE0E1569-5C59-44DF-9ED4-C64AEB10A24F}" type="presParOf" srcId="{0891902B-5ED8-45C2-9B5B-C86150462939}" destId="{333AC197-ABAD-4CA5-AB2F-BA657EA6A402}" srcOrd="4" destOrd="0" presId="urn:microsoft.com/office/officeart/2005/8/layout/default"/>
    <dgm:cxn modelId="{83544774-35C2-436D-8DA2-EA40AAAB38FB}" type="presParOf" srcId="{0891902B-5ED8-45C2-9B5B-C86150462939}" destId="{721B31DA-EBEA-4AB1-B9DF-BEE421533ACD}" srcOrd="5" destOrd="0" presId="urn:microsoft.com/office/officeart/2005/8/layout/default"/>
    <dgm:cxn modelId="{20D23E0E-9C83-4C56-B638-C12BFECEFA48}" type="presParOf" srcId="{0891902B-5ED8-45C2-9B5B-C86150462939}" destId="{8C763A35-B726-4362-8CB8-2A9D991EB98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FA91D7E-3521-4216-B586-306576DD9F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2214089-DB5B-4718-9786-04919F6B778A}">
      <dgm:prSet/>
      <dgm:spPr/>
      <dgm:t>
        <a:bodyPr/>
        <a:lstStyle/>
        <a:p>
          <a:r>
            <a:rPr lang="en-US"/>
            <a:t>Solunum yolu ile vücuda girer</a:t>
          </a:r>
        </a:p>
      </dgm:t>
    </dgm:pt>
    <dgm:pt modelId="{F126C8D2-CBEB-4C62-A1E5-E2C976795155}" type="parTrans" cxnId="{86FC25E9-E27F-4D80-9945-69C4DD784634}">
      <dgm:prSet/>
      <dgm:spPr/>
      <dgm:t>
        <a:bodyPr/>
        <a:lstStyle/>
        <a:p>
          <a:endParaRPr lang="en-US"/>
        </a:p>
      </dgm:t>
    </dgm:pt>
    <dgm:pt modelId="{EBBDC1F7-CDCB-4C43-A907-354C405B22D5}" type="sibTrans" cxnId="{86FC25E9-E27F-4D80-9945-69C4DD784634}">
      <dgm:prSet/>
      <dgm:spPr/>
      <dgm:t>
        <a:bodyPr/>
        <a:lstStyle/>
        <a:p>
          <a:endParaRPr lang="en-US"/>
        </a:p>
      </dgm:t>
    </dgm:pt>
    <dgm:pt modelId="{1F874880-1587-4D8E-B134-D5165E583B78}">
      <dgm:prSet/>
      <dgm:spPr/>
      <dgm:t>
        <a:bodyPr/>
        <a:lstStyle/>
        <a:p>
          <a:r>
            <a:rPr lang="en-US"/>
            <a:t>Akciğer hastalıklarına neden olabilir</a:t>
          </a:r>
        </a:p>
      </dgm:t>
    </dgm:pt>
    <dgm:pt modelId="{D2FA3161-FEA8-493D-95B4-A9EABAB0D491}" type="parTrans" cxnId="{A0D1B40A-8FCD-4EC3-8111-C01025977BC4}">
      <dgm:prSet/>
      <dgm:spPr/>
      <dgm:t>
        <a:bodyPr/>
        <a:lstStyle/>
        <a:p>
          <a:endParaRPr lang="en-US"/>
        </a:p>
      </dgm:t>
    </dgm:pt>
    <dgm:pt modelId="{C3D7F8DB-48C8-4426-B5CD-E474402D1BC0}" type="sibTrans" cxnId="{A0D1B40A-8FCD-4EC3-8111-C01025977BC4}">
      <dgm:prSet/>
      <dgm:spPr/>
      <dgm:t>
        <a:bodyPr/>
        <a:lstStyle/>
        <a:p>
          <a:endParaRPr lang="en-US"/>
        </a:p>
      </dgm:t>
    </dgm:pt>
    <dgm:pt modelId="{F8279D23-C378-445E-88FB-E87CB274DE69}" type="pres">
      <dgm:prSet presAssocID="{6FA91D7E-3521-4216-B586-306576DD9F95}" presName="root" presStyleCnt="0">
        <dgm:presLayoutVars>
          <dgm:dir/>
          <dgm:resizeHandles val="exact"/>
        </dgm:presLayoutVars>
      </dgm:prSet>
      <dgm:spPr/>
    </dgm:pt>
    <dgm:pt modelId="{C84E91A3-47EF-42B3-B41E-2067964B4903}" type="pres">
      <dgm:prSet presAssocID="{C2214089-DB5B-4718-9786-04919F6B778A}" presName="compNode" presStyleCnt="0"/>
      <dgm:spPr/>
    </dgm:pt>
    <dgm:pt modelId="{80E99142-57DA-4855-9303-53CE96C61346}" type="pres">
      <dgm:prSet presAssocID="{C2214089-DB5B-4718-9786-04919F6B778A}" presName="bgRect" presStyleLbl="bgShp" presStyleIdx="0" presStyleCnt="2"/>
      <dgm:spPr/>
    </dgm:pt>
    <dgm:pt modelId="{9E2C53F4-0767-457A-9047-37CD44BA3D90}" type="pres">
      <dgm:prSet presAssocID="{C2214089-DB5B-4718-9786-04919F6B778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B85F9307-1CF5-4841-A37D-635DDD8C91DD}" type="pres">
      <dgm:prSet presAssocID="{C2214089-DB5B-4718-9786-04919F6B778A}" presName="spaceRect" presStyleCnt="0"/>
      <dgm:spPr/>
    </dgm:pt>
    <dgm:pt modelId="{44632DF2-D197-4FE4-8B73-982C15627D60}" type="pres">
      <dgm:prSet presAssocID="{C2214089-DB5B-4718-9786-04919F6B778A}" presName="parTx" presStyleLbl="revTx" presStyleIdx="0" presStyleCnt="2">
        <dgm:presLayoutVars>
          <dgm:chMax val="0"/>
          <dgm:chPref val="0"/>
        </dgm:presLayoutVars>
      </dgm:prSet>
      <dgm:spPr/>
    </dgm:pt>
    <dgm:pt modelId="{F8E13412-C11B-44B6-9405-00175F9D238A}" type="pres">
      <dgm:prSet presAssocID="{EBBDC1F7-CDCB-4C43-A907-354C405B22D5}" presName="sibTrans" presStyleCnt="0"/>
      <dgm:spPr/>
    </dgm:pt>
    <dgm:pt modelId="{8923D9B3-9B2E-488F-81AE-2CBDF0A09D53}" type="pres">
      <dgm:prSet presAssocID="{1F874880-1587-4D8E-B134-D5165E583B78}" presName="compNode" presStyleCnt="0"/>
      <dgm:spPr/>
    </dgm:pt>
    <dgm:pt modelId="{C9A308AB-805F-4626-BC25-646EFCEE05A8}" type="pres">
      <dgm:prSet presAssocID="{1F874880-1587-4D8E-B134-D5165E583B78}" presName="bgRect" presStyleLbl="bgShp" presStyleIdx="1" presStyleCnt="2"/>
      <dgm:spPr/>
    </dgm:pt>
    <dgm:pt modelId="{D9595CB1-1CD0-42C0-A863-3A52C61491A3}" type="pres">
      <dgm:prSet presAssocID="{1F874880-1587-4D8E-B134-D5165E583B7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oskop"/>
        </a:ext>
      </dgm:extLst>
    </dgm:pt>
    <dgm:pt modelId="{AC8C0E59-B0A2-4462-AF89-457C96A25966}" type="pres">
      <dgm:prSet presAssocID="{1F874880-1587-4D8E-B134-D5165E583B78}" presName="spaceRect" presStyleCnt="0"/>
      <dgm:spPr/>
    </dgm:pt>
    <dgm:pt modelId="{2FADBEB1-5B01-47D9-A96E-5EA80462EE61}" type="pres">
      <dgm:prSet presAssocID="{1F874880-1587-4D8E-B134-D5165E583B7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0D1B40A-8FCD-4EC3-8111-C01025977BC4}" srcId="{6FA91D7E-3521-4216-B586-306576DD9F95}" destId="{1F874880-1587-4D8E-B134-D5165E583B78}" srcOrd="1" destOrd="0" parTransId="{D2FA3161-FEA8-493D-95B4-A9EABAB0D491}" sibTransId="{C3D7F8DB-48C8-4426-B5CD-E474402D1BC0}"/>
    <dgm:cxn modelId="{CED4F128-ED07-4B3E-B8AD-381F825B0FAB}" type="presOf" srcId="{C2214089-DB5B-4718-9786-04919F6B778A}" destId="{44632DF2-D197-4FE4-8B73-982C15627D60}" srcOrd="0" destOrd="0" presId="urn:microsoft.com/office/officeart/2018/2/layout/IconVerticalSolidList"/>
    <dgm:cxn modelId="{2196A172-29B5-422F-BB17-9085F8806A89}" type="presOf" srcId="{6FA91D7E-3521-4216-B586-306576DD9F95}" destId="{F8279D23-C378-445E-88FB-E87CB274DE69}" srcOrd="0" destOrd="0" presId="urn:microsoft.com/office/officeart/2018/2/layout/IconVerticalSolidList"/>
    <dgm:cxn modelId="{0C9E767A-E228-4770-9FF6-CCD380266DAB}" type="presOf" srcId="{1F874880-1587-4D8E-B134-D5165E583B78}" destId="{2FADBEB1-5B01-47D9-A96E-5EA80462EE61}" srcOrd="0" destOrd="0" presId="urn:microsoft.com/office/officeart/2018/2/layout/IconVerticalSolidList"/>
    <dgm:cxn modelId="{86FC25E9-E27F-4D80-9945-69C4DD784634}" srcId="{6FA91D7E-3521-4216-B586-306576DD9F95}" destId="{C2214089-DB5B-4718-9786-04919F6B778A}" srcOrd="0" destOrd="0" parTransId="{F126C8D2-CBEB-4C62-A1E5-E2C976795155}" sibTransId="{EBBDC1F7-CDCB-4C43-A907-354C405B22D5}"/>
    <dgm:cxn modelId="{B12F8351-C1C6-4F63-80CC-CAE5C81C9F21}" type="presParOf" srcId="{F8279D23-C378-445E-88FB-E87CB274DE69}" destId="{C84E91A3-47EF-42B3-B41E-2067964B4903}" srcOrd="0" destOrd="0" presId="urn:microsoft.com/office/officeart/2018/2/layout/IconVerticalSolidList"/>
    <dgm:cxn modelId="{9F77C321-AD84-4258-ACD5-0D090C75BA72}" type="presParOf" srcId="{C84E91A3-47EF-42B3-B41E-2067964B4903}" destId="{80E99142-57DA-4855-9303-53CE96C61346}" srcOrd="0" destOrd="0" presId="urn:microsoft.com/office/officeart/2018/2/layout/IconVerticalSolidList"/>
    <dgm:cxn modelId="{35DF37AD-C85C-45D9-A430-23D20220C95E}" type="presParOf" srcId="{C84E91A3-47EF-42B3-B41E-2067964B4903}" destId="{9E2C53F4-0767-457A-9047-37CD44BA3D90}" srcOrd="1" destOrd="0" presId="urn:microsoft.com/office/officeart/2018/2/layout/IconVerticalSolidList"/>
    <dgm:cxn modelId="{B8B8320F-41CF-4BC2-9274-88A59E5E517A}" type="presParOf" srcId="{C84E91A3-47EF-42B3-B41E-2067964B4903}" destId="{B85F9307-1CF5-4841-A37D-635DDD8C91DD}" srcOrd="2" destOrd="0" presId="urn:microsoft.com/office/officeart/2018/2/layout/IconVerticalSolidList"/>
    <dgm:cxn modelId="{B04E31AC-AA70-4AE2-91F9-466448AC7D5F}" type="presParOf" srcId="{C84E91A3-47EF-42B3-B41E-2067964B4903}" destId="{44632DF2-D197-4FE4-8B73-982C15627D60}" srcOrd="3" destOrd="0" presId="urn:microsoft.com/office/officeart/2018/2/layout/IconVerticalSolidList"/>
    <dgm:cxn modelId="{828065AB-0284-4334-90CB-7A3B5B52BA07}" type="presParOf" srcId="{F8279D23-C378-445E-88FB-E87CB274DE69}" destId="{F8E13412-C11B-44B6-9405-00175F9D238A}" srcOrd="1" destOrd="0" presId="urn:microsoft.com/office/officeart/2018/2/layout/IconVerticalSolidList"/>
    <dgm:cxn modelId="{139CB12A-0821-4B8B-BD31-017A20D66C37}" type="presParOf" srcId="{F8279D23-C378-445E-88FB-E87CB274DE69}" destId="{8923D9B3-9B2E-488F-81AE-2CBDF0A09D53}" srcOrd="2" destOrd="0" presId="urn:microsoft.com/office/officeart/2018/2/layout/IconVerticalSolidList"/>
    <dgm:cxn modelId="{62700973-2B7C-4C94-B92C-F3A4C8D130A8}" type="presParOf" srcId="{8923D9B3-9B2E-488F-81AE-2CBDF0A09D53}" destId="{C9A308AB-805F-4626-BC25-646EFCEE05A8}" srcOrd="0" destOrd="0" presId="urn:microsoft.com/office/officeart/2018/2/layout/IconVerticalSolidList"/>
    <dgm:cxn modelId="{3183F38C-CBBD-4FA3-88CB-BFE407F9811F}" type="presParOf" srcId="{8923D9B3-9B2E-488F-81AE-2CBDF0A09D53}" destId="{D9595CB1-1CD0-42C0-A863-3A52C61491A3}" srcOrd="1" destOrd="0" presId="urn:microsoft.com/office/officeart/2018/2/layout/IconVerticalSolidList"/>
    <dgm:cxn modelId="{5782497D-D3EE-408C-AC0A-90A4E9BCD02D}" type="presParOf" srcId="{8923D9B3-9B2E-488F-81AE-2CBDF0A09D53}" destId="{AC8C0E59-B0A2-4462-AF89-457C96A25966}" srcOrd="2" destOrd="0" presId="urn:microsoft.com/office/officeart/2018/2/layout/IconVerticalSolidList"/>
    <dgm:cxn modelId="{AFD2D3B7-6B39-4E3C-AD9B-F2BC544A84BE}" type="presParOf" srcId="{8923D9B3-9B2E-488F-81AE-2CBDF0A09D53}" destId="{2FADBEB1-5B01-47D9-A96E-5EA80462EE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3569877-59CB-4CB3-B94B-B858B61CE8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A542E03-EE03-4C97-9662-8E197CA07762}">
      <dgm:prSet/>
      <dgm:spPr/>
      <dgm:t>
        <a:bodyPr/>
        <a:lstStyle/>
        <a:p>
          <a:r>
            <a:rPr lang="en-US"/>
            <a:t>Virüsler</a:t>
          </a:r>
        </a:p>
      </dgm:t>
    </dgm:pt>
    <dgm:pt modelId="{90DF7323-2C8E-4811-8C6A-4A4CC621E52A}" type="parTrans" cxnId="{1F06708A-CFB8-4B9F-8CBC-65976DCD3E59}">
      <dgm:prSet/>
      <dgm:spPr/>
      <dgm:t>
        <a:bodyPr/>
        <a:lstStyle/>
        <a:p>
          <a:endParaRPr lang="en-US"/>
        </a:p>
      </dgm:t>
    </dgm:pt>
    <dgm:pt modelId="{D843F642-6231-431B-AF48-551DBBCBCB82}" type="sibTrans" cxnId="{1F06708A-CFB8-4B9F-8CBC-65976DCD3E59}">
      <dgm:prSet/>
      <dgm:spPr/>
      <dgm:t>
        <a:bodyPr/>
        <a:lstStyle/>
        <a:p>
          <a:endParaRPr lang="en-US"/>
        </a:p>
      </dgm:t>
    </dgm:pt>
    <dgm:pt modelId="{895D9498-9FE6-44AF-9C92-66C25BF9CB0E}">
      <dgm:prSet/>
      <dgm:spPr/>
      <dgm:t>
        <a:bodyPr/>
        <a:lstStyle/>
        <a:p>
          <a:r>
            <a:rPr lang="en-US"/>
            <a:t>Bakteriler</a:t>
          </a:r>
        </a:p>
      </dgm:t>
    </dgm:pt>
    <dgm:pt modelId="{087A9366-1793-4997-B648-00A013D2A896}" type="parTrans" cxnId="{79E13BC3-1D2D-4283-B732-F1AA0C0615A6}">
      <dgm:prSet/>
      <dgm:spPr/>
      <dgm:t>
        <a:bodyPr/>
        <a:lstStyle/>
        <a:p>
          <a:endParaRPr lang="en-US"/>
        </a:p>
      </dgm:t>
    </dgm:pt>
    <dgm:pt modelId="{194A8A64-D471-4240-A95A-DD25F19D761C}" type="sibTrans" cxnId="{79E13BC3-1D2D-4283-B732-F1AA0C0615A6}">
      <dgm:prSet/>
      <dgm:spPr/>
      <dgm:t>
        <a:bodyPr/>
        <a:lstStyle/>
        <a:p>
          <a:endParaRPr lang="en-US"/>
        </a:p>
      </dgm:t>
    </dgm:pt>
    <dgm:pt modelId="{C8C22DDB-A6E0-4422-B25E-B8A3BFADA651}">
      <dgm:prSet/>
      <dgm:spPr/>
      <dgm:t>
        <a:bodyPr/>
        <a:lstStyle/>
        <a:p>
          <a:r>
            <a:rPr lang="en-US"/>
            <a:t>Mantarlar</a:t>
          </a:r>
        </a:p>
      </dgm:t>
    </dgm:pt>
    <dgm:pt modelId="{5E79D38E-460D-48EB-BDAD-2A52029043F0}" type="parTrans" cxnId="{7B3D1931-23AA-41C4-9CFC-4D563CEC80DB}">
      <dgm:prSet/>
      <dgm:spPr/>
      <dgm:t>
        <a:bodyPr/>
        <a:lstStyle/>
        <a:p>
          <a:endParaRPr lang="en-US"/>
        </a:p>
      </dgm:t>
    </dgm:pt>
    <dgm:pt modelId="{31E7BB42-B645-4D07-A430-2AD2B595751A}" type="sibTrans" cxnId="{7B3D1931-23AA-41C4-9CFC-4D563CEC80DB}">
      <dgm:prSet/>
      <dgm:spPr/>
      <dgm:t>
        <a:bodyPr/>
        <a:lstStyle/>
        <a:p>
          <a:endParaRPr lang="en-US"/>
        </a:p>
      </dgm:t>
    </dgm:pt>
    <dgm:pt modelId="{FB4D69FA-6B6F-440F-8C83-0A1727D39516}">
      <dgm:prSet/>
      <dgm:spPr/>
      <dgm:t>
        <a:bodyPr/>
        <a:lstStyle/>
        <a:p>
          <a:r>
            <a:rPr lang="en-US"/>
            <a:t>Parazitler</a:t>
          </a:r>
        </a:p>
      </dgm:t>
    </dgm:pt>
    <dgm:pt modelId="{5597CE1D-CAA0-423F-B962-E973B28BA2AD}" type="parTrans" cxnId="{24F0CE2B-9643-4790-BE86-E8395B9D77F3}">
      <dgm:prSet/>
      <dgm:spPr/>
      <dgm:t>
        <a:bodyPr/>
        <a:lstStyle/>
        <a:p>
          <a:endParaRPr lang="en-US"/>
        </a:p>
      </dgm:t>
    </dgm:pt>
    <dgm:pt modelId="{386350DD-05BC-45BA-BE9C-E8C0D089ECA2}" type="sibTrans" cxnId="{24F0CE2B-9643-4790-BE86-E8395B9D77F3}">
      <dgm:prSet/>
      <dgm:spPr/>
      <dgm:t>
        <a:bodyPr/>
        <a:lstStyle/>
        <a:p>
          <a:endParaRPr lang="en-US"/>
        </a:p>
      </dgm:t>
    </dgm:pt>
    <dgm:pt modelId="{5B5F06BF-0F4B-4E29-AC6F-0D017A9B503E}" type="pres">
      <dgm:prSet presAssocID="{B3569877-59CB-4CB3-B94B-B858B61CE863}" presName="root" presStyleCnt="0">
        <dgm:presLayoutVars>
          <dgm:dir/>
          <dgm:resizeHandles val="exact"/>
        </dgm:presLayoutVars>
      </dgm:prSet>
      <dgm:spPr/>
    </dgm:pt>
    <dgm:pt modelId="{092D6C13-8CB9-4B2C-8A27-ADE1EE84D7DC}" type="pres">
      <dgm:prSet presAssocID="{CA542E03-EE03-4C97-9662-8E197CA07762}" presName="compNode" presStyleCnt="0"/>
      <dgm:spPr/>
    </dgm:pt>
    <dgm:pt modelId="{64024539-864F-4971-B506-199401760EE4}" type="pres">
      <dgm:prSet presAssocID="{CA542E03-EE03-4C97-9662-8E197CA07762}" presName="bgRect" presStyleLbl="bgShp" presStyleIdx="0" presStyleCnt="4"/>
      <dgm:spPr/>
    </dgm:pt>
    <dgm:pt modelId="{A1CF86CC-147D-42C0-A9AE-FC609BB83792}" type="pres">
      <dgm:prSet presAssocID="{CA542E03-EE03-4C97-9662-8E197CA0776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lgisayar"/>
        </a:ext>
      </dgm:extLst>
    </dgm:pt>
    <dgm:pt modelId="{76DC19C1-E7C2-4756-B768-2170C800962C}" type="pres">
      <dgm:prSet presAssocID="{CA542E03-EE03-4C97-9662-8E197CA07762}" presName="spaceRect" presStyleCnt="0"/>
      <dgm:spPr/>
    </dgm:pt>
    <dgm:pt modelId="{A9A08351-C9ED-4826-9F2C-716060E5A06D}" type="pres">
      <dgm:prSet presAssocID="{CA542E03-EE03-4C97-9662-8E197CA07762}" presName="parTx" presStyleLbl="revTx" presStyleIdx="0" presStyleCnt="4">
        <dgm:presLayoutVars>
          <dgm:chMax val="0"/>
          <dgm:chPref val="0"/>
        </dgm:presLayoutVars>
      </dgm:prSet>
      <dgm:spPr/>
    </dgm:pt>
    <dgm:pt modelId="{12A3696D-FE89-48A9-BCCD-B428AD77131A}" type="pres">
      <dgm:prSet presAssocID="{D843F642-6231-431B-AF48-551DBBCBCB82}" presName="sibTrans" presStyleCnt="0"/>
      <dgm:spPr/>
    </dgm:pt>
    <dgm:pt modelId="{58208649-6CC8-4099-BC48-4F319D9F06BD}" type="pres">
      <dgm:prSet presAssocID="{895D9498-9FE6-44AF-9C92-66C25BF9CB0E}" presName="compNode" presStyleCnt="0"/>
      <dgm:spPr/>
    </dgm:pt>
    <dgm:pt modelId="{3475C72D-164A-4D8B-B809-7A3AA3776E5C}" type="pres">
      <dgm:prSet presAssocID="{895D9498-9FE6-44AF-9C92-66C25BF9CB0E}" presName="bgRect" presStyleLbl="bgShp" presStyleIdx="1" presStyleCnt="4"/>
      <dgm:spPr/>
    </dgm:pt>
    <dgm:pt modelId="{77E19E28-40A5-4B7A-BCB9-39CF5EAB4ABE}" type="pres">
      <dgm:prSet presAssocID="{895D9498-9FE6-44AF-9C92-66C25BF9CB0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kroskop"/>
        </a:ext>
      </dgm:extLst>
    </dgm:pt>
    <dgm:pt modelId="{8C67950D-8F13-425C-BB3C-13D6B5B3A7EC}" type="pres">
      <dgm:prSet presAssocID="{895D9498-9FE6-44AF-9C92-66C25BF9CB0E}" presName="spaceRect" presStyleCnt="0"/>
      <dgm:spPr/>
    </dgm:pt>
    <dgm:pt modelId="{ABE77956-CFDF-45F4-AB4B-2FF00F965061}" type="pres">
      <dgm:prSet presAssocID="{895D9498-9FE6-44AF-9C92-66C25BF9CB0E}" presName="parTx" presStyleLbl="revTx" presStyleIdx="1" presStyleCnt="4">
        <dgm:presLayoutVars>
          <dgm:chMax val="0"/>
          <dgm:chPref val="0"/>
        </dgm:presLayoutVars>
      </dgm:prSet>
      <dgm:spPr/>
    </dgm:pt>
    <dgm:pt modelId="{8810CFF3-0770-4B67-98EA-822A2BFA4FE5}" type="pres">
      <dgm:prSet presAssocID="{194A8A64-D471-4240-A95A-DD25F19D761C}" presName="sibTrans" presStyleCnt="0"/>
      <dgm:spPr/>
    </dgm:pt>
    <dgm:pt modelId="{47F1342F-50EE-4657-A3F2-86474DCBBDBF}" type="pres">
      <dgm:prSet presAssocID="{C8C22DDB-A6E0-4422-B25E-B8A3BFADA651}" presName="compNode" presStyleCnt="0"/>
      <dgm:spPr/>
    </dgm:pt>
    <dgm:pt modelId="{93F2E315-5229-4E99-8E05-798C6862F2A3}" type="pres">
      <dgm:prSet presAssocID="{C8C22DDB-A6E0-4422-B25E-B8A3BFADA651}" presName="bgRect" presStyleLbl="bgShp" presStyleIdx="2" presStyleCnt="4"/>
      <dgm:spPr/>
    </dgm:pt>
    <dgm:pt modelId="{B850328C-2400-46B6-89A9-92079E983413}" type="pres">
      <dgm:prSet presAssocID="{C8C22DDB-A6E0-4422-B25E-B8A3BFADA65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131E7F9F-D8E6-44E4-B7B7-4BEFC0CC72AA}" type="pres">
      <dgm:prSet presAssocID="{C8C22DDB-A6E0-4422-B25E-B8A3BFADA651}" presName="spaceRect" presStyleCnt="0"/>
      <dgm:spPr/>
    </dgm:pt>
    <dgm:pt modelId="{29971B23-9040-4B65-A9E2-C5576B9DEE06}" type="pres">
      <dgm:prSet presAssocID="{C8C22DDB-A6E0-4422-B25E-B8A3BFADA651}" presName="parTx" presStyleLbl="revTx" presStyleIdx="2" presStyleCnt="4">
        <dgm:presLayoutVars>
          <dgm:chMax val="0"/>
          <dgm:chPref val="0"/>
        </dgm:presLayoutVars>
      </dgm:prSet>
      <dgm:spPr/>
    </dgm:pt>
    <dgm:pt modelId="{CCF79102-47B1-474E-872D-BA66B28D45A4}" type="pres">
      <dgm:prSet presAssocID="{31E7BB42-B645-4D07-A430-2AD2B595751A}" presName="sibTrans" presStyleCnt="0"/>
      <dgm:spPr/>
    </dgm:pt>
    <dgm:pt modelId="{7040CD75-9CC3-4995-8CEF-12725D80A665}" type="pres">
      <dgm:prSet presAssocID="{FB4D69FA-6B6F-440F-8C83-0A1727D39516}" presName="compNode" presStyleCnt="0"/>
      <dgm:spPr/>
    </dgm:pt>
    <dgm:pt modelId="{DB854E36-8BCD-41C7-99FF-09481F2FC29C}" type="pres">
      <dgm:prSet presAssocID="{FB4D69FA-6B6F-440F-8C83-0A1727D39516}" presName="bgRect" presStyleLbl="bgShp" presStyleIdx="3" presStyleCnt="4"/>
      <dgm:spPr/>
    </dgm:pt>
    <dgm:pt modelId="{2394289E-5844-4447-92C6-3DBB877AA22B}" type="pres">
      <dgm:prSet presAssocID="{FB4D69FA-6B6F-440F-8C83-0A1727D395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öcek"/>
        </a:ext>
      </dgm:extLst>
    </dgm:pt>
    <dgm:pt modelId="{669056D8-B60C-47D5-A0C8-C7B5FE67FFBF}" type="pres">
      <dgm:prSet presAssocID="{FB4D69FA-6B6F-440F-8C83-0A1727D39516}" presName="spaceRect" presStyleCnt="0"/>
      <dgm:spPr/>
    </dgm:pt>
    <dgm:pt modelId="{E3FFF701-D19C-40B8-8E78-E37C6701716F}" type="pres">
      <dgm:prSet presAssocID="{FB4D69FA-6B6F-440F-8C83-0A1727D395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F0CE2B-9643-4790-BE86-E8395B9D77F3}" srcId="{B3569877-59CB-4CB3-B94B-B858B61CE863}" destId="{FB4D69FA-6B6F-440F-8C83-0A1727D39516}" srcOrd="3" destOrd="0" parTransId="{5597CE1D-CAA0-423F-B962-E973B28BA2AD}" sibTransId="{386350DD-05BC-45BA-BE9C-E8C0D089ECA2}"/>
    <dgm:cxn modelId="{7B3D1931-23AA-41C4-9CFC-4D563CEC80DB}" srcId="{B3569877-59CB-4CB3-B94B-B858B61CE863}" destId="{C8C22DDB-A6E0-4422-B25E-B8A3BFADA651}" srcOrd="2" destOrd="0" parTransId="{5E79D38E-460D-48EB-BDAD-2A52029043F0}" sibTransId="{31E7BB42-B645-4D07-A430-2AD2B595751A}"/>
    <dgm:cxn modelId="{A81F6F43-FF9E-4877-BE21-F6913762F34A}" type="presOf" srcId="{CA542E03-EE03-4C97-9662-8E197CA07762}" destId="{A9A08351-C9ED-4826-9F2C-716060E5A06D}" srcOrd="0" destOrd="0" presId="urn:microsoft.com/office/officeart/2018/2/layout/IconVerticalSolidList"/>
    <dgm:cxn modelId="{1F06708A-CFB8-4B9F-8CBC-65976DCD3E59}" srcId="{B3569877-59CB-4CB3-B94B-B858B61CE863}" destId="{CA542E03-EE03-4C97-9662-8E197CA07762}" srcOrd="0" destOrd="0" parTransId="{90DF7323-2C8E-4811-8C6A-4A4CC621E52A}" sibTransId="{D843F642-6231-431B-AF48-551DBBCBCB82}"/>
    <dgm:cxn modelId="{86D6ACA9-32D6-485A-96C7-C91E71ADD034}" type="presOf" srcId="{895D9498-9FE6-44AF-9C92-66C25BF9CB0E}" destId="{ABE77956-CFDF-45F4-AB4B-2FF00F965061}" srcOrd="0" destOrd="0" presId="urn:microsoft.com/office/officeart/2018/2/layout/IconVerticalSolidList"/>
    <dgm:cxn modelId="{88730CBA-82D0-4BAA-A77E-37086C3AA4FA}" type="presOf" srcId="{C8C22DDB-A6E0-4422-B25E-B8A3BFADA651}" destId="{29971B23-9040-4B65-A9E2-C5576B9DEE06}" srcOrd="0" destOrd="0" presId="urn:microsoft.com/office/officeart/2018/2/layout/IconVerticalSolidList"/>
    <dgm:cxn modelId="{79E13BC3-1D2D-4283-B732-F1AA0C0615A6}" srcId="{B3569877-59CB-4CB3-B94B-B858B61CE863}" destId="{895D9498-9FE6-44AF-9C92-66C25BF9CB0E}" srcOrd="1" destOrd="0" parTransId="{087A9366-1793-4997-B648-00A013D2A896}" sibTransId="{194A8A64-D471-4240-A95A-DD25F19D761C}"/>
    <dgm:cxn modelId="{C1F022E3-E9AD-43CC-99E6-B1ACEBEA5244}" type="presOf" srcId="{B3569877-59CB-4CB3-B94B-B858B61CE863}" destId="{5B5F06BF-0F4B-4E29-AC6F-0D017A9B503E}" srcOrd="0" destOrd="0" presId="urn:microsoft.com/office/officeart/2018/2/layout/IconVerticalSolidList"/>
    <dgm:cxn modelId="{3663A7F8-77E3-4ACC-B2A5-3C15D35B829B}" type="presOf" srcId="{FB4D69FA-6B6F-440F-8C83-0A1727D39516}" destId="{E3FFF701-D19C-40B8-8E78-E37C6701716F}" srcOrd="0" destOrd="0" presId="urn:microsoft.com/office/officeart/2018/2/layout/IconVerticalSolidList"/>
    <dgm:cxn modelId="{7FAB758D-B0D5-4412-AF90-5E305E3668CF}" type="presParOf" srcId="{5B5F06BF-0F4B-4E29-AC6F-0D017A9B503E}" destId="{092D6C13-8CB9-4B2C-8A27-ADE1EE84D7DC}" srcOrd="0" destOrd="0" presId="urn:microsoft.com/office/officeart/2018/2/layout/IconVerticalSolidList"/>
    <dgm:cxn modelId="{7A26BE51-103F-4377-A631-829445781A4A}" type="presParOf" srcId="{092D6C13-8CB9-4B2C-8A27-ADE1EE84D7DC}" destId="{64024539-864F-4971-B506-199401760EE4}" srcOrd="0" destOrd="0" presId="urn:microsoft.com/office/officeart/2018/2/layout/IconVerticalSolidList"/>
    <dgm:cxn modelId="{1A94BC1D-8FAE-45A5-A72B-F946E6CF0F1A}" type="presParOf" srcId="{092D6C13-8CB9-4B2C-8A27-ADE1EE84D7DC}" destId="{A1CF86CC-147D-42C0-A9AE-FC609BB83792}" srcOrd="1" destOrd="0" presId="urn:microsoft.com/office/officeart/2018/2/layout/IconVerticalSolidList"/>
    <dgm:cxn modelId="{6F71A88F-347B-475D-81FF-FB1923FF3454}" type="presParOf" srcId="{092D6C13-8CB9-4B2C-8A27-ADE1EE84D7DC}" destId="{76DC19C1-E7C2-4756-B768-2170C800962C}" srcOrd="2" destOrd="0" presId="urn:microsoft.com/office/officeart/2018/2/layout/IconVerticalSolidList"/>
    <dgm:cxn modelId="{AEB369B6-7BD2-48AA-A5CE-84EFB1E8A8CC}" type="presParOf" srcId="{092D6C13-8CB9-4B2C-8A27-ADE1EE84D7DC}" destId="{A9A08351-C9ED-4826-9F2C-716060E5A06D}" srcOrd="3" destOrd="0" presId="urn:microsoft.com/office/officeart/2018/2/layout/IconVerticalSolidList"/>
    <dgm:cxn modelId="{3479BEB6-BDB9-4798-B2E3-CBB7B687B0AA}" type="presParOf" srcId="{5B5F06BF-0F4B-4E29-AC6F-0D017A9B503E}" destId="{12A3696D-FE89-48A9-BCCD-B428AD77131A}" srcOrd="1" destOrd="0" presId="urn:microsoft.com/office/officeart/2018/2/layout/IconVerticalSolidList"/>
    <dgm:cxn modelId="{20CBB889-3062-4281-9ADD-17B72CE16C6D}" type="presParOf" srcId="{5B5F06BF-0F4B-4E29-AC6F-0D017A9B503E}" destId="{58208649-6CC8-4099-BC48-4F319D9F06BD}" srcOrd="2" destOrd="0" presId="urn:microsoft.com/office/officeart/2018/2/layout/IconVerticalSolidList"/>
    <dgm:cxn modelId="{3C6E2EDD-FD57-4D81-9839-7CC5F3745D7F}" type="presParOf" srcId="{58208649-6CC8-4099-BC48-4F319D9F06BD}" destId="{3475C72D-164A-4D8B-B809-7A3AA3776E5C}" srcOrd="0" destOrd="0" presId="urn:microsoft.com/office/officeart/2018/2/layout/IconVerticalSolidList"/>
    <dgm:cxn modelId="{9E91758A-BC11-471A-BD67-2E806A710AB4}" type="presParOf" srcId="{58208649-6CC8-4099-BC48-4F319D9F06BD}" destId="{77E19E28-40A5-4B7A-BCB9-39CF5EAB4ABE}" srcOrd="1" destOrd="0" presId="urn:microsoft.com/office/officeart/2018/2/layout/IconVerticalSolidList"/>
    <dgm:cxn modelId="{B3C52A17-FB44-45C5-A8C7-33B4B0CC313D}" type="presParOf" srcId="{58208649-6CC8-4099-BC48-4F319D9F06BD}" destId="{8C67950D-8F13-425C-BB3C-13D6B5B3A7EC}" srcOrd="2" destOrd="0" presId="urn:microsoft.com/office/officeart/2018/2/layout/IconVerticalSolidList"/>
    <dgm:cxn modelId="{CC63AED4-98B5-4530-9A82-C8790E55164B}" type="presParOf" srcId="{58208649-6CC8-4099-BC48-4F319D9F06BD}" destId="{ABE77956-CFDF-45F4-AB4B-2FF00F965061}" srcOrd="3" destOrd="0" presId="urn:microsoft.com/office/officeart/2018/2/layout/IconVerticalSolidList"/>
    <dgm:cxn modelId="{C3A7D705-10D8-4DD5-BC0F-E815F368EB60}" type="presParOf" srcId="{5B5F06BF-0F4B-4E29-AC6F-0D017A9B503E}" destId="{8810CFF3-0770-4B67-98EA-822A2BFA4FE5}" srcOrd="3" destOrd="0" presId="urn:microsoft.com/office/officeart/2018/2/layout/IconVerticalSolidList"/>
    <dgm:cxn modelId="{25861A4D-5BE3-469D-9DE6-F304EF93D586}" type="presParOf" srcId="{5B5F06BF-0F4B-4E29-AC6F-0D017A9B503E}" destId="{47F1342F-50EE-4657-A3F2-86474DCBBDBF}" srcOrd="4" destOrd="0" presId="urn:microsoft.com/office/officeart/2018/2/layout/IconVerticalSolidList"/>
    <dgm:cxn modelId="{24F3B931-274E-41DB-ABF7-A3FF1963968D}" type="presParOf" srcId="{47F1342F-50EE-4657-A3F2-86474DCBBDBF}" destId="{93F2E315-5229-4E99-8E05-798C6862F2A3}" srcOrd="0" destOrd="0" presId="urn:microsoft.com/office/officeart/2018/2/layout/IconVerticalSolidList"/>
    <dgm:cxn modelId="{F66CE06B-7354-4CD1-B095-865C14223DC9}" type="presParOf" srcId="{47F1342F-50EE-4657-A3F2-86474DCBBDBF}" destId="{B850328C-2400-46B6-89A9-92079E983413}" srcOrd="1" destOrd="0" presId="urn:microsoft.com/office/officeart/2018/2/layout/IconVerticalSolidList"/>
    <dgm:cxn modelId="{DDC56EDB-13BE-484B-BC35-BE7772652578}" type="presParOf" srcId="{47F1342F-50EE-4657-A3F2-86474DCBBDBF}" destId="{131E7F9F-D8E6-44E4-B7B7-4BEFC0CC72AA}" srcOrd="2" destOrd="0" presId="urn:microsoft.com/office/officeart/2018/2/layout/IconVerticalSolidList"/>
    <dgm:cxn modelId="{ED628CC9-612A-419C-8DEC-582EB2A5D1D2}" type="presParOf" srcId="{47F1342F-50EE-4657-A3F2-86474DCBBDBF}" destId="{29971B23-9040-4B65-A9E2-C5576B9DEE06}" srcOrd="3" destOrd="0" presId="urn:microsoft.com/office/officeart/2018/2/layout/IconVerticalSolidList"/>
    <dgm:cxn modelId="{3A3320B7-AA93-4AC1-BF88-DE18E2168BF6}" type="presParOf" srcId="{5B5F06BF-0F4B-4E29-AC6F-0D017A9B503E}" destId="{CCF79102-47B1-474E-872D-BA66B28D45A4}" srcOrd="5" destOrd="0" presId="urn:microsoft.com/office/officeart/2018/2/layout/IconVerticalSolidList"/>
    <dgm:cxn modelId="{04EA8BB4-C9E1-4C53-934D-7084EE32189A}" type="presParOf" srcId="{5B5F06BF-0F4B-4E29-AC6F-0D017A9B503E}" destId="{7040CD75-9CC3-4995-8CEF-12725D80A665}" srcOrd="6" destOrd="0" presId="urn:microsoft.com/office/officeart/2018/2/layout/IconVerticalSolidList"/>
    <dgm:cxn modelId="{3F009E64-0670-4FBC-B694-7FCBDDC73386}" type="presParOf" srcId="{7040CD75-9CC3-4995-8CEF-12725D80A665}" destId="{DB854E36-8BCD-41C7-99FF-09481F2FC29C}" srcOrd="0" destOrd="0" presId="urn:microsoft.com/office/officeart/2018/2/layout/IconVerticalSolidList"/>
    <dgm:cxn modelId="{12053DA8-DBD2-44A7-B8AC-683FE6DC7DD4}" type="presParOf" srcId="{7040CD75-9CC3-4995-8CEF-12725D80A665}" destId="{2394289E-5844-4447-92C6-3DBB877AA22B}" srcOrd="1" destOrd="0" presId="urn:microsoft.com/office/officeart/2018/2/layout/IconVerticalSolidList"/>
    <dgm:cxn modelId="{D88C3B08-1FE8-440A-AA52-4527FDFA4593}" type="presParOf" srcId="{7040CD75-9CC3-4995-8CEF-12725D80A665}" destId="{669056D8-B60C-47D5-A0C8-C7B5FE67FFBF}" srcOrd="2" destOrd="0" presId="urn:microsoft.com/office/officeart/2018/2/layout/IconVerticalSolidList"/>
    <dgm:cxn modelId="{97A879F5-FFDC-417F-B0C8-DBB27ACBCB53}" type="presParOf" srcId="{7040CD75-9CC3-4995-8CEF-12725D80A665}" destId="{E3FFF701-D19C-40B8-8E78-E37C670171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D2E389C-6CF6-4D32-B767-04EC6C1EF3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808D91-4EA3-4BA0-BF06-25F92437CDB6}">
      <dgm:prSet/>
      <dgm:spPr/>
      <dgm:t>
        <a:bodyPr/>
        <a:lstStyle/>
        <a:p>
          <a:r>
            <a:rPr lang="en-US"/>
            <a:t>Grup 1: Hastalık yapma ihtimali düşük</a:t>
          </a:r>
        </a:p>
      </dgm:t>
    </dgm:pt>
    <dgm:pt modelId="{40A0FC45-3154-4816-96E7-7A506B2A86A4}" type="parTrans" cxnId="{767C2628-0353-4875-9CD9-6E0869BB95CA}">
      <dgm:prSet/>
      <dgm:spPr/>
      <dgm:t>
        <a:bodyPr/>
        <a:lstStyle/>
        <a:p>
          <a:endParaRPr lang="en-US"/>
        </a:p>
      </dgm:t>
    </dgm:pt>
    <dgm:pt modelId="{2E1CF96D-F13D-4ED9-9A1F-3A8526946A7F}" type="sibTrans" cxnId="{767C2628-0353-4875-9CD9-6E0869BB95CA}">
      <dgm:prSet/>
      <dgm:spPr/>
      <dgm:t>
        <a:bodyPr/>
        <a:lstStyle/>
        <a:p>
          <a:endParaRPr lang="en-US"/>
        </a:p>
      </dgm:t>
    </dgm:pt>
    <dgm:pt modelId="{881CDCD3-B132-4F55-B555-4CBA429ADA13}">
      <dgm:prSet/>
      <dgm:spPr/>
      <dgm:t>
        <a:bodyPr/>
        <a:lstStyle/>
        <a:p>
          <a:r>
            <a:rPr lang="en-US"/>
            <a:t>Grup 2: Hastalık yapabilir ancak yayılma riski düşük</a:t>
          </a:r>
        </a:p>
      </dgm:t>
    </dgm:pt>
    <dgm:pt modelId="{A9DE6575-0E3D-4710-967D-B12591E1A8E0}" type="parTrans" cxnId="{95BCB4BE-BC38-42FF-A213-F7500B98802F}">
      <dgm:prSet/>
      <dgm:spPr/>
      <dgm:t>
        <a:bodyPr/>
        <a:lstStyle/>
        <a:p>
          <a:endParaRPr lang="en-US"/>
        </a:p>
      </dgm:t>
    </dgm:pt>
    <dgm:pt modelId="{DDD4497A-CA8A-442C-BBF1-77D7FA45013D}" type="sibTrans" cxnId="{95BCB4BE-BC38-42FF-A213-F7500B98802F}">
      <dgm:prSet/>
      <dgm:spPr/>
      <dgm:t>
        <a:bodyPr/>
        <a:lstStyle/>
        <a:p>
          <a:endParaRPr lang="en-US"/>
        </a:p>
      </dgm:t>
    </dgm:pt>
    <dgm:pt modelId="{56F97D2E-C911-4F4A-B357-A7D431FC54B3}" type="pres">
      <dgm:prSet presAssocID="{ED2E389C-6CF6-4D32-B767-04EC6C1EF30E}" presName="linear" presStyleCnt="0">
        <dgm:presLayoutVars>
          <dgm:animLvl val="lvl"/>
          <dgm:resizeHandles val="exact"/>
        </dgm:presLayoutVars>
      </dgm:prSet>
      <dgm:spPr/>
    </dgm:pt>
    <dgm:pt modelId="{419B697B-96BF-4C3F-95E8-AEBBBFBFB177}" type="pres">
      <dgm:prSet presAssocID="{EA808D91-4EA3-4BA0-BF06-25F92437CDB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E4A4E5-F713-47D4-8639-19411567F870}" type="pres">
      <dgm:prSet presAssocID="{2E1CF96D-F13D-4ED9-9A1F-3A8526946A7F}" presName="spacer" presStyleCnt="0"/>
      <dgm:spPr/>
    </dgm:pt>
    <dgm:pt modelId="{8AA1A2E0-6F64-4FF9-AB10-D97E618C49DF}" type="pres">
      <dgm:prSet presAssocID="{881CDCD3-B132-4F55-B555-4CBA429ADA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7CF9F11-B992-4802-9445-DA2BE7D23CF7}" type="presOf" srcId="{EA808D91-4EA3-4BA0-BF06-25F92437CDB6}" destId="{419B697B-96BF-4C3F-95E8-AEBBBFBFB177}" srcOrd="0" destOrd="0" presId="urn:microsoft.com/office/officeart/2005/8/layout/vList2"/>
    <dgm:cxn modelId="{767C2628-0353-4875-9CD9-6E0869BB95CA}" srcId="{ED2E389C-6CF6-4D32-B767-04EC6C1EF30E}" destId="{EA808D91-4EA3-4BA0-BF06-25F92437CDB6}" srcOrd="0" destOrd="0" parTransId="{40A0FC45-3154-4816-96E7-7A506B2A86A4}" sibTransId="{2E1CF96D-F13D-4ED9-9A1F-3A8526946A7F}"/>
    <dgm:cxn modelId="{50AF7843-A9FE-45DB-963A-7CABC7966D61}" type="presOf" srcId="{881CDCD3-B132-4F55-B555-4CBA429ADA13}" destId="{8AA1A2E0-6F64-4FF9-AB10-D97E618C49DF}" srcOrd="0" destOrd="0" presId="urn:microsoft.com/office/officeart/2005/8/layout/vList2"/>
    <dgm:cxn modelId="{3A29DD50-37D6-499D-BD71-AE1E97EE2BC5}" type="presOf" srcId="{ED2E389C-6CF6-4D32-B767-04EC6C1EF30E}" destId="{56F97D2E-C911-4F4A-B357-A7D431FC54B3}" srcOrd="0" destOrd="0" presId="urn:microsoft.com/office/officeart/2005/8/layout/vList2"/>
    <dgm:cxn modelId="{95BCB4BE-BC38-42FF-A213-F7500B98802F}" srcId="{ED2E389C-6CF6-4D32-B767-04EC6C1EF30E}" destId="{881CDCD3-B132-4F55-B555-4CBA429ADA13}" srcOrd="1" destOrd="0" parTransId="{A9DE6575-0E3D-4710-967D-B12591E1A8E0}" sibTransId="{DDD4497A-CA8A-442C-BBF1-77D7FA45013D}"/>
    <dgm:cxn modelId="{FDE0E76F-9350-473D-B31F-D3AA0FD801DB}" type="presParOf" srcId="{56F97D2E-C911-4F4A-B357-A7D431FC54B3}" destId="{419B697B-96BF-4C3F-95E8-AEBBBFBFB177}" srcOrd="0" destOrd="0" presId="urn:microsoft.com/office/officeart/2005/8/layout/vList2"/>
    <dgm:cxn modelId="{0EB124B1-774B-4902-9C7A-95A8939E72E5}" type="presParOf" srcId="{56F97D2E-C911-4F4A-B357-A7D431FC54B3}" destId="{42E4A4E5-F713-47D4-8639-19411567F870}" srcOrd="1" destOrd="0" presId="urn:microsoft.com/office/officeart/2005/8/layout/vList2"/>
    <dgm:cxn modelId="{D220F0D2-2E0D-41D7-92A4-EAE0FE597623}" type="presParOf" srcId="{56F97D2E-C911-4F4A-B357-A7D431FC54B3}" destId="{8AA1A2E0-6F64-4FF9-AB10-D97E618C49D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CAD19E4-C613-45CE-A2E2-C945844964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444119D-65F5-4726-96AD-43CBA8E066C0}">
      <dgm:prSet/>
      <dgm:spPr/>
      <dgm:t>
        <a:bodyPr/>
        <a:lstStyle/>
        <a:p>
          <a:r>
            <a:rPr lang="en-US"/>
            <a:t>Grup 3: Ciddi hastalık oluşturabilir</a:t>
          </a:r>
        </a:p>
      </dgm:t>
    </dgm:pt>
    <dgm:pt modelId="{6C49F3FE-8FDE-43B8-B3BC-598F3D30DCC1}" type="parTrans" cxnId="{8FC8258B-6E02-4417-8343-725A1FAC7CB8}">
      <dgm:prSet/>
      <dgm:spPr/>
      <dgm:t>
        <a:bodyPr/>
        <a:lstStyle/>
        <a:p>
          <a:endParaRPr lang="en-US"/>
        </a:p>
      </dgm:t>
    </dgm:pt>
    <dgm:pt modelId="{C1223B19-7632-4930-8FA6-5C573954A67F}" type="sibTrans" cxnId="{8FC8258B-6E02-4417-8343-725A1FAC7CB8}">
      <dgm:prSet/>
      <dgm:spPr/>
      <dgm:t>
        <a:bodyPr/>
        <a:lstStyle/>
        <a:p>
          <a:endParaRPr lang="en-US"/>
        </a:p>
      </dgm:t>
    </dgm:pt>
    <dgm:pt modelId="{8B93F4BB-3F51-495C-A7DD-277F2801547F}">
      <dgm:prSet/>
      <dgm:spPr/>
      <dgm:t>
        <a:bodyPr/>
        <a:lstStyle/>
        <a:p>
          <a:r>
            <a:rPr lang="en-US"/>
            <a:t>Grup 4: Çok tehlikelidir ve tedavisi zor olabilir</a:t>
          </a:r>
        </a:p>
      </dgm:t>
    </dgm:pt>
    <dgm:pt modelId="{2069511A-90F7-44FD-87D4-2773A56AECD0}" type="parTrans" cxnId="{7C2BBE07-7E9D-4B88-8615-C439C1321F33}">
      <dgm:prSet/>
      <dgm:spPr/>
      <dgm:t>
        <a:bodyPr/>
        <a:lstStyle/>
        <a:p>
          <a:endParaRPr lang="en-US"/>
        </a:p>
      </dgm:t>
    </dgm:pt>
    <dgm:pt modelId="{1E5821EE-20C5-44E9-9B93-615AE700882D}" type="sibTrans" cxnId="{7C2BBE07-7E9D-4B88-8615-C439C1321F33}">
      <dgm:prSet/>
      <dgm:spPr/>
      <dgm:t>
        <a:bodyPr/>
        <a:lstStyle/>
        <a:p>
          <a:endParaRPr lang="en-US"/>
        </a:p>
      </dgm:t>
    </dgm:pt>
    <dgm:pt modelId="{D9778352-141F-4DC4-8CD0-35F23953CC13}" type="pres">
      <dgm:prSet presAssocID="{6CAD19E4-C613-45CE-A2E2-C9458449646B}" presName="linear" presStyleCnt="0">
        <dgm:presLayoutVars>
          <dgm:animLvl val="lvl"/>
          <dgm:resizeHandles val="exact"/>
        </dgm:presLayoutVars>
      </dgm:prSet>
      <dgm:spPr/>
    </dgm:pt>
    <dgm:pt modelId="{1C17FED9-48C0-4DED-8A9A-624C4C7BFCC4}" type="pres">
      <dgm:prSet presAssocID="{9444119D-65F5-4726-96AD-43CBA8E066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2F39FB-23A5-4E0E-A80C-6A91DFB16C88}" type="pres">
      <dgm:prSet presAssocID="{C1223B19-7632-4930-8FA6-5C573954A67F}" presName="spacer" presStyleCnt="0"/>
      <dgm:spPr/>
    </dgm:pt>
    <dgm:pt modelId="{BEA57636-B7C4-4100-91ED-D1E5FF8E9F77}" type="pres">
      <dgm:prSet presAssocID="{8B93F4BB-3F51-495C-A7DD-277F2801547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C2BBE07-7E9D-4B88-8615-C439C1321F33}" srcId="{6CAD19E4-C613-45CE-A2E2-C9458449646B}" destId="{8B93F4BB-3F51-495C-A7DD-277F2801547F}" srcOrd="1" destOrd="0" parTransId="{2069511A-90F7-44FD-87D4-2773A56AECD0}" sibTransId="{1E5821EE-20C5-44E9-9B93-615AE700882D}"/>
    <dgm:cxn modelId="{5C5A7D2E-E8BC-4D8C-B615-A7232679ACB5}" type="presOf" srcId="{6CAD19E4-C613-45CE-A2E2-C9458449646B}" destId="{D9778352-141F-4DC4-8CD0-35F23953CC13}" srcOrd="0" destOrd="0" presId="urn:microsoft.com/office/officeart/2005/8/layout/vList2"/>
    <dgm:cxn modelId="{8FC8258B-6E02-4417-8343-725A1FAC7CB8}" srcId="{6CAD19E4-C613-45CE-A2E2-C9458449646B}" destId="{9444119D-65F5-4726-96AD-43CBA8E066C0}" srcOrd="0" destOrd="0" parTransId="{6C49F3FE-8FDE-43B8-B3BC-598F3D30DCC1}" sibTransId="{C1223B19-7632-4930-8FA6-5C573954A67F}"/>
    <dgm:cxn modelId="{73DE3493-2D11-4EDF-B19A-56288B6BC3DC}" type="presOf" srcId="{9444119D-65F5-4726-96AD-43CBA8E066C0}" destId="{1C17FED9-48C0-4DED-8A9A-624C4C7BFCC4}" srcOrd="0" destOrd="0" presId="urn:microsoft.com/office/officeart/2005/8/layout/vList2"/>
    <dgm:cxn modelId="{37C554DB-2A25-4448-9D15-0E5061EF9DA5}" type="presOf" srcId="{8B93F4BB-3F51-495C-A7DD-277F2801547F}" destId="{BEA57636-B7C4-4100-91ED-D1E5FF8E9F77}" srcOrd="0" destOrd="0" presId="urn:microsoft.com/office/officeart/2005/8/layout/vList2"/>
    <dgm:cxn modelId="{B87B0823-EAE2-484B-8B8C-4B84C8EA877A}" type="presParOf" srcId="{D9778352-141F-4DC4-8CD0-35F23953CC13}" destId="{1C17FED9-48C0-4DED-8A9A-624C4C7BFCC4}" srcOrd="0" destOrd="0" presId="urn:microsoft.com/office/officeart/2005/8/layout/vList2"/>
    <dgm:cxn modelId="{59AE5BEB-BA2E-4A58-90A8-C306300C9003}" type="presParOf" srcId="{D9778352-141F-4DC4-8CD0-35F23953CC13}" destId="{AC2F39FB-23A5-4E0E-A80C-6A91DFB16C88}" srcOrd="1" destOrd="0" presId="urn:microsoft.com/office/officeart/2005/8/layout/vList2"/>
    <dgm:cxn modelId="{8A3052CB-0D34-4779-B17F-B2F68E6BE4B9}" type="presParOf" srcId="{D9778352-141F-4DC4-8CD0-35F23953CC13}" destId="{BEA57636-B7C4-4100-91ED-D1E5FF8E9F7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20A7FA3-0C01-4FE8-B109-15599C8766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B41B6B-DDDD-4370-B702-15E3F04CB237}">
      <dgm:prSet/>
      <dgm:spPr/>
      <dgm:t>
        <a:bodyPr/>
        <a:lstStyle/>
        <a:p>
          <a:r>
            <a:rPr lang="en-US"/>
            <a:t>Gıda güvenliği</a:t>
          </a:r>
        </a:p>
      </dgm:t>
    </dgm:pt>
    <dgm:pt modelId="{07600808-1877-4259-962B-BA199DA13559}" type="parTrans" cxnId="{643B7C12-743B-44C8-AFDD-8F7EE6ABD816}">
      <dgm:prSet/>
      <dgm:spPr/>
      <dgm:t>
        <a:bodyPr/>
        <a:lstStyle/>
        <a:p>
          <a:endParaRPr lang="en-US"/>
        </a:p>
      </dgm:t>
    </dgm:pt>
    <dgm:pt modelId="{A3F40F0E-0EBA-41D3-AAF0-F8895C73ACE8}" type="sibTrans" cxnId="{643B7C12-743B-44C8-AFDD-8F7EE6ABD816}">
      <dgm:prSet/>
      <dgm:spPr/>
      <dgm:t>
        <a:bodyPr/>
        <a:lstStyle/>
        <a:p>
          <a:endParaRPr lang="en-US"/>
        </a:p>
      </dgm:t>
    </dgm:pt>
    <dgm:pt modelId="{6512454F-AABA-4ECC-BA99-8F3387A1B608}">
      <dgm:prSet/>
      <dgm:spPr/>
      <dgm:t>
        <a:bodyPr/>
        <a:lstStyle/>
        <a:p>
          <a:r>
            <a:rPr lang="en-US"/>
            <a:t>Soğuk zincir</a:t>
          </a:r>
        </a:p>
      </dgm:t>
    </dgm:pt>
    <dgm:pt modelId="{97D70DE4-8F71-48A6-9AE7-B6EA24DB2147}" type="parTrans" cxnId="{E3C79D5E-C53C-49CD-95C2-90228BFB13D9}">
      <dgm:prSet/>
      <dgm:spPr/>
      <dgm:t>
        <a:bodyPr/>
        <a:lstStyle/>
        <a:p>
          <a:endParaRPr lang="en-US"/>
        </a:p>
      </dgm:t>
    </dgm:pt>
    <dgm:pt modelId="{C97C0788-3B46-482F-98E2-1505B12C08A1}" type="sibTrans" cxnId="{E3C79D5E-C53C-49CD-95C2-90228BFB13D9}">
      <dgm:prSet/>
      <dgm:spPr/>
      <dgm:t>
        <a:bodyPr/>
        <a:lstStyle/>
        <a:p>
          <a:endParaRPr lang="en-US"/>
        </a:p>
      </dgm:t>
    </dgm:pt>
    <dgm:pt modelId="{58C0486E-0D2D-4387-A27B-F133F3FEF2A0}">
      <dgm:prSet/>
      <dgm:spPr/>
      <dgm:t>
        <a:bodyPr/>
        <a:lstStyle/>
        <a:p>
          <a:r>
            <a:rPr lang="en-US"/>
            <a:t>HACCP sistemi</a:t>
          </a:r>
        </a:p>
      </dgm:t>
    </dgm:pt>
    <dgm:pt modelId="{48A51DEA-5B81-4C03-874B-8899E5C0933C}" type="parTrans" cxnId="{A402BB84-338B-44AA-AE6C-28D60E74D4EA}">
      <dgm:prSet/>
      <dgm:spPr/>
      <dgm:t>
        <a:bodyPr/>
        <a:lstStyle/>
        <a:p>
          <a:endParaRPr lang="en-US"/>
        </a:p>
      </dgm:t>
    </dgm:pt>
    <dgm:pt modelId="{0D3ACD64-DA37-4255-9933-ED9120CE60A5}" type="sibTrans" cxnId="{A402BB84-338B-44AA-AE6C-28D60E74D4EA}">
      <dgm:prSet/>
      <dgm:spPr/>
      <dgm:t>
        <a:bodyPr/>
        <a:lstStyle/>
        <a:p>
          <a:endParaRPr lang="en-US"/>
        </a:p>
      </dgm:t>
    </dgm:pt>
    <dgm:pt modelId="{492F7FBD-149D-4F4C-A08A-EDABE011A304}" type="pres">
      <dgm:prSet presAssocID="{A20A7FA3-0C01-4FE8-B109-15599C87666B}" presName="linear" presStyleCnt="0">
        <dgm:presLayoutVars>
          <dgm:animLvl val="lvl"/>
          <dgm:resizeHandles val="exact"/>
        </dgm:presLayoutVars>
      </dgm:prSet>
      <dgm:spPr/>
    </dgm:pt>
    <dgm:pt modelId="{846A6F9B-C15D-4D19-8F99-F66E08C82EFC}" type="pres">
      <dgm:prSet presAssocID="{ABB41B6B-DDDD-4370-B702-15E3F04CB2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4616B2-292F-4C3B-836A-B81D02444665}" type="pres">
      <dgm:prSet presAssocID="{A3F40F0E-0EBA-41D3-AAF0-F8895C73ACE8}" presName="spacer" presStyleCnt="0"/>
      <dgm:spPr/>
    </dgm:pt>
    <dgm:pt modelId="{7C35EC70-3AC1-4F95-97E9-AC679A7DB590}" type="pres">
      <dgm:prSet presAssocID="{6512454F-AABA-4ECC-BA99-8F3387A1B6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0C9F852-35BB-4125-BD0E-AA4EC9A0D5CD}" type="pres">
      <dgm:prSet presAssocID="{C97C0788-3B46-482F-98E2-1505B12C08A1}" presName="spacer" presStyleCnt="0"/>
      <dgm:spPr/>
    </dgm:pt>
    <dgm:pt modelId="{E687FF09-E81A-4B54-8434-90D99F83A8C3}" type="pres">
      <dgm:prSet presAssocID="{58C0486E-0D2D-4387-A27B-F133F3FEF2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43B7C12-743B-44C8-AFDD-8F7EE6ABD816}" srcId="{A20A7FA3-0C01-4FE8-B109-15599C87666B}" destId="{ABB41B6B-DDDD-4370-B702-15E3F04CB237}" srcOrd="0" destOrd="0" parTransId="{07600808-1877-4259-962B-BA199DA13559}" sibTransId="{A3F40F0E-0EBA-41D3-AAF0-F8895C73ACE8}"/>
    <dgm:cxn modelId="{1DADCC23-CDD6-4D72-9E8D-C5B0F8629748}" type="presOf" srcId="{6512454F-AABA-4ECC-BA99-8F3387A1B608}" destId="{7C35EC70-3AC1-4F95-97E9-AC679A7DB590}" srcOrd="0" destOrd="0" presId="urn:microsoft.com/office/officeart/2005/8/layout/vList2"/>
    <dgm:cxn modelId="{E3C79D5E-C53C-49CD-95C2-90228BFB13D9}" srcId="{A20A7FA3-0C01-4FE8-B109-15599C87666B}" destId="{6512454F-AABA-4ECC-BA99-8F3387A1B608}" srcOrd="1" destOrd="0" parTransId="{97D70DE4-8F71-48A6-9AE7-B6EA24DB2147}" sibTransId="{C97C0788-3B46-482F-98E2-1505B12C08A1}"/>
    <dgm:cxn modelId="{29A4FC59-063A-4645-BE09-76815A9E490C}" type="presOf" srcId="{ABB41B6B-DDDD-4370-B702-15E3F04CB237}" destId="{846A6F9B-C15D-4D19-8F99-F66E08C82EFC}" srcOrd="0" destOrd="0" presId="urn:microsoft.com/office/officeart/2005/8/layout/vList2"/>
    <dgm:cxn modelId="{A402BB84-338B-44AA-AE6C-28D60E74D4EA}" srcId="{A20A7FA3-0C01-4FE8-B109-15599C87666B}" destId="{58C0486E-0D2D-4387-A27B-F133F3FEF2A0}" srcOrd="2" destOrd="0" parTransId="{48A51DEA-5B81-4C03-874B-8899E5C0933C}" sibTransId="{0D3ACD64-DA37-4255-9933-ED9120CE60A5}"/>
    <dgm:cxn modelId="{009919DF-F609-4A75-BEFD-53A32D6644C4}" type="presOf" srcId="{58C0486E-0D2D-4387-A27B-F133F3FEF2A0}" destId="{E687FF09-E81A-4B54-8434-90D99F83A8C3}" srcOrd="0" destOrd="0" presId="urn:microsoft.com/office/officeart/2005/8/layout/vList2"/>
    <dgm:cxn modelId="{C5AA6BEF-729A-4B08-B4EE-3E2794ADDF1B}" type="presOf" srcId="{A20A7FA3-0C01-4FE8-B109-15599C87666B}" destId="{492F7FBD-149D-4F4C-A08A-EDABE011A304}" srcOrd="0" destOrd="0" presId="urn:microsoft.com/office/officeart/2005/8/layout/vList2"/>
    <dgm:cxn modelId="{2162A999-69C9-4E03-9A5F-4215C3A666FD}" type="presParOf" srcId="{492F7FBD-149D-4F4C-A08A-EDABE011A304}" destId="{846A6F9B-C15D-4D19-8F99-F66E08C82EFC}" srcOrd="0" destOrd="0" presId="urn:microsoft.com/office/officeart/2005/8/layout/vList2"/>
    <dgm:cxn modelId="{50BAA82C-6656-4E5E-A9A4-3D8BB0D9E9B6}" type="presParOf" srcId="{492F7FBD-149D-4F4C-A08A-EDABE011A304}" destId="{494616B2-292F-4C3B-836A-B81D02444665}" srcOrd="1" destOrd="0" presId="urn:microsoft.com/office/officeart/2005/8/layout/vList2"/>
    <dgm:cxn modelId="{954837D9-FD7E-4C48-8209-4BCE00493566}" type="presParOf" srcId="{492F7FBD-149D-4F4C-A08A-EDABE011A304}" destId="{7C35EC70-3AC1-4F95-97E9-AC679A7DB590}" srcOrd="2" destOrd="0" presId="urn:microsoft.com/office/officeart/2005/8/layout/vList2"/>
    <dgm:cxn modelId="{8D51E5E0-4641-4E2B-836D-ED84A313B3CF}" type="presParOf" srcId="{492F7FBD-149D-4F4C-A08A-EDABE011A304}" destId="{80C9F852-35BB-4125-BD0E-AA4EC9A0D5CD}" srcOrd="3" destOrd="0" presId="urn:microsoft.com/office/officeart/2005/8/layout/vList2"/>
    <dgm:cxn modelId="{5B0EB148-95C7-4F6D-826F-7B7D0ED029F2}" type="presParOf" srcId="{492F7FBD-149D-4F4C-A08A-EDABE011A304}" destId="{E687FF09-E81A-4B54-8434-90D99F83A8C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0EED79F-D690-4A98-B46B-07B5C67C1B2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E56319-23DB-46AA-9347-F7EBD7080042}">
      <dgm:prSet/>
      <dgm:spPr/>
      <dgm:t>
        <a:bodyPr/>
        <a:lstStyle/>
        <a:p>
          <a:r>
            <a:rPr lang="en-US"/>
            <a:t>Zararlı organizmaları kontrol eden kimyasal ürünler</a:t>
          </a:r>
        </a:p>
      </dgm:t>
    </dgm:pt>
    <dgm:pt modelId="{FC56CCE7-CE12-41A8-BF31-8236584CCFFE}" type="parTrans" cxnId="{BA6E0AB8-2ED7-41AF-959F-8594FDDF1C03}">
      <dgm:prSet/>
      <dgm:spPr/>
      <dgm:t>
        <a:bodyPr/>
        <a:lstStyle/>
        <a:p>
          <a:endParaRPr lang="en-US"/>
        </a:p>
      </dgm:t>
    </dgm:pt>
    <dgm:pt modelId="{FD208CDD-64F4-4CBC-9EC5-92EF52ED8D7E}" type="sibTrans" cxnId="{BA6E0AB8-2ED7-41AF-959F-8594FDDF1C03}">
      <dgm:prSet/>
      <dgm:spPr/>
      <dgm:t>
        <a:bodyPr/>
        <a:lstStyle/>
        <a:p>
          <a:endParaRPr lang="en-US"/>
        </a:p>
      </dgm:t>
    </dgm:pt>
    <dgm:pt modelId="{E874E419-23ED-4D90-B308-76D186D99963}">
      <dgm:prSet/>
      <dgm:spPr/>
      <dgm:t>
        <a:bodyPr/>
        <a:lstStyle/>
        <a:p>
          <a:r>
            <a:rPr lang="en-US"/>
            <a:t>İnsektisitler ve rodentisitler</a:t>
          </a:r>
        </a:p>
      </dgm:t>
    </dgm:pt>
    <dgm:pt modelId="{4F9BD805-E870-4AA8-9202-A799C3A67093}" type="parTrans" cxnId="{B9355288-B311-4EEA-A424-506202060726}">
      <dgm:prSet/>
      <dgm:spPr/>
      <dgm:t>
        <a:bodyPr/>
        <a:lstStyle/>
        <a:p>
          <a:endParaRPr lang="en-US"/>
        </a:p>
      </dgm:t>
    </dgm:pt>
    <dgm:pt modelId="{FF5D0831-E8B2-49F8-9525-E4EBAD64847B}" type="sibTrans" cxnId="{B9355288-B311-4EEA-A424-506202060726}">
      <dgm:prSet/>
      <dgm:spPr/>
      <dgm:t>
        <a:bodyPr/>
        <a:lstStyle/>
        <a:p>
          <a:endParaRPr lang="en-US"/>
        </a:p>
      </dgm:t>
    </dgm:pt>
    <dgm:pt modelId="{499D2DC4-FDC4-46B0-AE7B-04BE1DFB799C}" type="pres">
      <dgm:prSet presAssocID="{20EED79F-D690-4A98-B46B-07B5C67C1B24}" presName="linear" presStyleCnt="0">
        <dgm:presLayoutVars>
          <dgm:animLvl val="lvl"/>
          <dgm:resizeHandles val="exact"/>
        </dgm:presLayoutVars>
      </dgm:prSet>
      <dgm:spPr/>
    </dgm:pt>
    <dgm:pt modelId="{95AEA236-B6EA-4916-93D7-DD3493BA67B2}" type="pres">
      <dgm:prSet presAssocID="{BDE56319-23DB-46AA-9347-F7EBD70800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4C6F166-047C-41B5-B7C6-1F9C5C81F532}" type="pres">
      <dgm:prSet presAssocID="{FD208CDD-64F4-4CBC-9EC5-92EF52ED8D7E}" presName="spacer" presStyleCnt="0"/>
      <dgm:spPr/>
    </dgm:pt>
    <dgm:pt modelId="{21B5E8AB-CD5A-4A0C-8E15-42F7EFE5FAA0}" type="pres">
      <dgm:prSet presAssocID="{E874E419-23ED-4D90-B308-76D186D999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3F6ED3A-C61C-4B35-8BBE-E4BCAF3218A1}" type="presOf" srcId="{BDE56319-23DB-46AA-9347-F7EBD7080042}" destId="{95AEA236-B6EA-4916-93D7-DD3493BA67B2}" srcOrd="0" destOrd="0" presId="urn:microsoft.com/office/officeart/2005/8/layout/vList2"/>
    <dgm:cxn modelId="{98ED2957-CD01-4A85-9B1E-773DCDA893B9}" type="presOf" srcId="{E874E419-23ED-4D90-B308-76D186D99963}" destId="{21B5E8AB-CD5A-4A0C-8E15-42F7EFE5FAA0}" srcOrd="0" destOrd="0" presId="urn:microsoft.com/office/officeart/2005/8/layout/vList2"/>
    <dgm:cxn modelId="{B9355288-B311-4EEA-A424-506202060726}" srcId="{20EED79F-D690-4A98-B46B-07B5C67C1B24}" destId="{E874E419-23ED-4D90-B308-76D186D99963}" srcOrd="1" destOrd="0" parTransId="{4F9BD805-E870-4AA8-9202-A799C3A67093}" sibTransId="{FF5D0831-E8B2-49F8-9525-E4EBAD64847B}"/>
    <dgm:cxn modelId="{BA6E0AB8-2ED7-41AF-959F-8594FDDF1C03}" srcId="{20EED79F-D690-4A98-B46B-07B5C67C1B24}" destId="{BDE56319-23DB-46AA-9347-F7EBD7080042}" srcOrd="0" destOrd="0" parTransId="{FC56CCE7-CE12-41A8-BF31-8236584CCFFE}" sibTransId="{FD208CDD-64F4-4CBC-9EC5-92EF52ED8D7E}"/>
    <dgm:cxn modelId="{2CEE34E0-421B-4004-9A78-DB739B594C15}" type="presOf" srcId="{20EED79F-D690-4A98-B46B-07B5C67C1B24}" destId="{499D2DC4-FDC4-46B0-AE7B-04BE1DFB799C}" srcOrd="0" destOrd="0" presId="urn:microsoft.com/office/officeart/2005/8/layout/vList2"/>
    <dgm:cxn modelId="{B93E83B3-0985-4258-84EC-C5FE7ABE0306}" type="presParOf" srcId="{499D2DC4-FDC4-46B0-AE7B-04BE1DFB799C}" destId="{95AEA236-B6EA-4916-93D7-DD3493BA67B2}" srcOrd="0" destOrd="0" presId="urn:microsoft.com/office/officeart/2005/8/layout/vList2"/>
    <dgm:cxn modelId="{126E3C87-6C93-4249-88A8-66B4AF52B406}" type="presParOf" srcId="{499D2DC4-FDC4-46B0-AE7B-04BE1DFB799C}" destId="{C4C6F166-047C-41B5-B7C6-1F9C5C81F532}" srcOrd="1" destOrd="0" presId="urn:microsoft.com/office/officeart/2005/8/layout/vList2"/>
    <dgm:cxn modelId="{74A533E8-7802-43A1-B4E6-E32E4907ACEE}" type="presParOf" srcId="{499D2DC4-FDC4-46B0-AE7B-04BE1DFB799C}" destId="{21B5E8AB-CD5A-4A0C-8E15-42F7EFE5FAA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5FAB837-1F82-402A-AD11-54C7BF3D507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56516E-B84F-4106-8384-ABFB1499687E}">
      <dgm:prSet/>
      <dgm:spPr/>
      <dgm:t>
        <a:bodyPr/>
        <a:lstStyle/>
        <a:p>
          <a:r>
            <a:rPr lang="en-US"/>
            <a:t>Risk değerlendirmesi yapmak</a:t>
          </a:r>
        </a:p>
      </dgm:t>
    </dgm:pt>
    <dgm:pt modelId="{58E2031D-A16C-4E93-92A7-7A942C9ECAFC}" type="parTrans" cxnId="{BA4C7E4F-7E48-4EB9-B45E-D29D3A279293}">
      <dgm:prSet/>
      <dgm:spPr/>
      <dgm:t>
        <a:bodyPr/>
        <a:lstStyle/>
        <a:p>
          <a:endParaRPr lang="en-US"/>
        </a:p>
      </dgm:t>
    </dgm:pt>
    <dgm:pt modelId="{5D368DAD-D57F-456E-9E5B-61BC0E767CCD}" type="sibTrans" cxnId="{BA4C7E4F-7E48-4EB9-B45E-D29D3A279293}">
      <dgm:prSet/>
      <dgm:spPr/>
      <dgm:t>
        <a:bodyPr/>
        <a:lstStyle/>
        <a:p>
          <a:endParaRPr lang="en-US"/>
        </a:p>
      </dgm:t>
    </dgm:pt>
    <dgm:pt modelId="{B732AE33-04F9-4EF8-9A4C-AC5DBCE0BDBC}">
      <dgm:prSet/>
      <dgm:spPr/>
      <dgm:t>
        <a:bodyPr/>
        <a:lstStyle/>
        <a:p>
          <a:r>
            <a:rPr lang="en-US"/>
            <a:t>Hijyen ölçümleri yaptırmak</a:t>
          </a:r>
        </a:p>
      </dgm:t>
    </dgm:pt>
    <dgm:pt modelId="{AC8AB40D-EEE8-465C-81E5-34E7C90E672F}" type="parTrans" cxnId="{3C8761B0-B34B-49BC-9EFF-1B18912A7A2D}">
      <dgm:prSet/>
      <dgm:spPr/>
      <dgm:t>
        <a:bodyPr/>
        <a:lstStyle/>
        <a:p>
          <a:endParaRPr lang="en-US"/>
        </a:p>
      </dgm:t>
    </dgm:pt>
    <dgm:pt modelId="{5490D3A6-ED6C-48A2-B1D7-7E236DF4E50E}" type="sibTrans" cxnId="{3C8761B0-B34B-49BC-9EFF-1B18912A7A2D}">
      <dgm:prSet/>
      <dgm:spPr/>
      <dgm:t>
        <a:bodyPr/>
        <a:lstStyle/>
        <a:p>
          <a:endParaRPr lang="en-US"/>
        </a:p>
      </dgm:t>
    </dgm:pt>
    <dgm:pt modelId="{016F174A-C25B-40E1-8AAE-74BDB951C7A1}">
      <dgm:prSet/>
      <dgm:spPr/>
      <dgm:t>
        <a:bodyPr/>
        <a:lstStyle/>
        <a:p>
          <a:r>
            <a:rPr lang="en-US"/>
            <a:t>Çalışan sağlığını korumak</a:t>
          </a:r>
        </a:p>
      </dgm:t>
    </dgm:pt>
    <dgm:pt modelId="{F3FD6AFD-D684-4FA5-9A04-CB059DDA91D0}" type="parTrans" cxnId="{D211AEE7-D4CF-4683-A4A3-B88B08C07022}">
      <dgm:prSet/>
      <dgm:spPr/>
      <dgm:t>
        <a:bodyPr/>
        <a:lstStyle/>
        <a:p>
          <a:endParaRPr lang="en-US"/>
        </a:p>
      </dgm:t>
    </dgm:pt>
    <dgm:pt modelId="{1BD740D9-989D-4AB2-9A93-B35B89B583CF}" type="sibTrans" cxnId="{D211AEE7-D4CF-4683-A4A3-B88B08C07022}">
      <dgm:prSet/>
      <dgm:spPr/>
      <dgm:t>
        <a:bodyPr/>
        <a:lstStyle/>
        <a:p>
          <a:endParaRPr lang="en-US"/>
        </a:p>
      </dgm:t>
    </dgm:pt>
    <dgm:pt modelId="{C8E91061-BA90-4CB2-804A-3CCB6059BD89}" type="pres">
      <dgm:prSet presAssocID="{A5FAB837-1F82-402A-AD11-54C7BF3D5071}" presName="linear" presStyleCnt="0">
        <dgm:presLayoutVars>
          <dgm:animLvl val="lvl"/>
          <dgm:resizeHandles val="exact"/>
        </dgm:presLayoutVars>
      </dgm:prSet>
      <dgm:spPr/>
    </dgm:pt>
    <dgm:pt modelId="{A6AB01EA-0F49-42D3-ADE4-78C2218B0C0E}" type="pres">
      <dgm:prSet presAssocID="{AB56516E-B84F-4106-8384-ABFB1499687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D2F457-C3E6-4AAA-83B6-9AD5574E1A5B}" type="pres">
      <dgm:prSet presAssocID="{5D368DAD-D57F-456E-9E5B-61BC0E767CCD}" presName="spacer" presStyleCnt="0"/>
      <dgm:spPr/>
    </dgm:pt>
    <dgm:pt modelId="{BDA1934D-52F1-4CC0-988E-F6A534026454}" type="pres">
      <dgm:prSet presAssocID="{B732AE33-04F9-4EF8-9A4C-AC5DBCE0BDB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3AA64F5-4FA7-411A-8ED8-7F21F661ADF2}" type="pres">
      <dgm:prSet presAssocID="{5490D3A6-ED6C-48A2-B1D7-7E236DF4E50E}" presName="spacer" presStyleCnt="0"/>
      <dgm:spPr/>
    </dgm:pt>
    <dgm:pt modelId="{063F7A66-955D-4DB6-BA89-92E99A082BAF}" type="pres">
      <dgm:prSet presAssocID="{016F174A-C25B-40E1-8AAE-74BDB951C7A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75541F-62E2-422F-B6DD-D8E7B0A7A5A4}" type="presOf" srcId="{B732AE33-04F9-4EF8-9A4C-AC5DBCE0BDBC}" destId="{BDA1934D-52F1-4CC0-988E-F6A534026454}" srcOrd="0" destOrd="0" presId="urn:microsoft.com/office/officeart/2005/8/layout/vList2"/>
    <dgm:cxn modelId="{9208925F-22F1-45CD-BBC6-59CA9E45C0B5}" type="presOf" srcId="{AB56516E-B84F-4106-8384-ABFB1499687E}" destId="{A6AB01EA-0F49-42D3-ADE4-78C2218B0C0E}" srcOrd="0" destOrd="0" presId="urn:microsoft.com/office/officeart/2005/8/layout/vList2"/>
    <dgm:cxn modelId="{BA4C7E4F-7E48-4EB9-B45E-D29D3A279293}" srcId="{A5FAB837-1F82-402A-AD11-54C7BF3D5071}" destId="{AB56516E-B84F-4106-8384-ABFB1499687E}" srcOrd="0" destOrd="0" parTransId="{58E2031D-A16C-4E93-92A7-7A942C9ECAFC}" sibTransId="{5D368DAD-D57F-456E-9E5B-61BC0E767CCD}"/>
    <dgm:cxn modelId="{2134C178-6AA2-4327-855C-9DE7ED12FBD2}" type="presOf" srcId="{016F174A-C25B-40E1-8AAE-74BDB951C7A1}" destId="{063F7A66-955D-4DB6-BA89-92E99A082BAF}" srcOrd="0" destOrd="0" presId="urn:microsoft.com/office/officeart/2005/8/layout/vList2"/>
    <dgm:cxn modelId="{3C8761B0-B34B-49BC-9EFF-1B18912A7A2D}" srcId="{A5FAB837-1F82-402A-AD11-54C7BF3D5071}" destId="{B732AE33-04F9-4EF8-9A4C-AC5DBCE0BDBC}" srcOrd="1" destOrd="0" parTransId="{AC8AB40D-EEE8-465C-81E5-34E7C90E672F}" sibTransId="{5490D3A6-ED6C-48A2-B1D7-7E236DF4E50E}"/>
    <dgm:cxn modelId="{443B06E5-908C-45F4-BB76-0E7222BFA542}" type="presOf" srcId="{A5FAB837-1F82-402A-AD11-54C7BF3D5071}" destId="{C8E91061-BA90-4CB2-804A-3CCB6059BD89}" srcOrd="0" destOrd="0" presId="urn:microsoft.com/office/officeart/2005/8/layout/vList2"/>
    <dgm:cxn modelId="{D211AEE7-D4CF-4683-A4A3-B88B08C07022}" srcId="{A5FAB837-1F82-402A-AD11-54C7BF3D5071}" destId="{016F174A-C25B-40E1-8AAE-74BDB951C7A1}" srcOrd="2" destOrd="0" parTransId="{F3FD6AFD-D684-4FA5-9A04-CB059DDA91D0}" sibTransId="{1BD740D9-989D-4AB2-9A93-B35B89B583CF}"/>
    <dgm:cxn modelId="{695341C0-29C9-4B5E-BC78-63E3AFD640F1}" type="presParOf" srcId="{C8E91061-BA90-4CB2-804A-3CCB6059BD89}" destId="{A6AB01EA-0F49-42D3-ADE4-78C2218B0C0E}" srcOrd="0" destOrd="0" presId="urn:microsoft.com/office/officeart/2005/8/layout/vList2"/>
    <dgm:cxn modelId="{D11DF02E-C4C5-477C-9333-3B2AFC8AAC86}" type="presParOf" srcId="{C8E91061-BA90-4CB2-804A-3CCB6059BD89}" destId="{B0D2F457-C3E6-4AAA-83B6-9AD5574E1A5B}" srcOrd="1" destOrd="0" presId="urn:microsoft.com/office/officeart/2005/8/layout/vList2"/>
    <dgm:cxn modelId="{ADCCA471-F6F2-4C9A-A631-261D9B4CE365}" type="presParOf" srcId="{C8E91061-BA90-4CB2-804A-3CCB6059BD89}" destId="{BDA1934D-52F1-4CC0-988E-F6A534026454}" srcOrd="2" destOrd="0" presId="urn:microsoft.com/office/officeart/2005/8/layout/vList2"/>
    <dgm:cxn modelId="{D5A55C64-EFD3-4D83-996F-C57A5728BD26}" type="presParOf" srcId="{C8E91061-BA90-4CB2-804A-3CCB6059BD89}" destId="{03AA64F5-4FA7-411A-8ED8-7F21F661ADF2}" srcOrd="3" destOrd="0" presId="urn:microsoft.com/office/officeart/2005/8/layout/vList2"/>
    <dgm:cxn modelId="{8AED6539-2166-450E-9E3B-0040791F07C6}" type="presParOf" srcId="{C8E91061-BA90-4CB2-804A-3CCB6059BD89}" destId="{063F7A66-955D-4DB6-BA89-92E99A082B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822CE0B-B602-4A7D-979E-38634EF379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AE14736-FE16-43EB-B6A4-F28CDAD5739B}">
      <dgm:prSet/>
      <dgm:spPr/>
      <dgm:t>
        <a:bodyPr/>
        <a:lstStyle/>
        <a:p>
          <a:r>
            <a:rPr lang="en-US"/>
            <a:t>İş hijyeni çalışan sağlığını korur</a:t>
          </a:r>
        </a:p>
      </dgm:t>
    </dgm:pt>
    <dgm:pt modelId="{99119AAB-A521-4A34-AEB4-6EB8F002CBE2}" type="parTrans" cxnId="{BF07B0F7-0B50-44AB-A471-90F9D2DA3777}">
      <dgm:prSet/>
      <dgm:spPr/>
      <dgm:t>
        <a:bodyPr/>
        <a:lstStyle/>
        <a:p>
          <a:endParaRPr lang="en-US"/>
        </a:p>
      </dgm:t>
    </dgm:pt>
    <dgm:pt modelId="{26368E11-86F6-47B3-BBAA-E3E6A5A84368}" type="sibTrans" cxnId="{BF07B0F7-0B50-44AB-A471-90F9D2DA3777}">
      <dgm:prSet/>
      <dgm:spPr/>
      <dgm:t>
        <a:bodyPr/>
        <a:lstStyle/>
        <a:p>
          <a:endParaRPr lang="en-US"/>
        </a:p>
      </dgm:t>
    </dgm:pt>
    <dgm:pt modelId="{1E589F7F-F689-4702-A46C-B019453A1067}">
      <dgm:prSet/>
      <dgm:spPr/>
      <dgm:t>
        <a:bodyPr/>
        <a:lstStyle/>
        <a:p>
          <a:r>
            <a:rPr lang="en-US"/>
            <a:t>Meslek hastalıklarını önler</a:t>
          </a:r>
        </a:p>
      </dgm:t>
    </dgm:pt>
    <dgm:pt modelId="{A0498840-4F6C-40B2-AC3C-B199F502E232}" type="parTrans" cxnId="{B5958135-5895-4B9A-AEB4-1B523F5BC583}">
      <dgm:prSet/>
      <dgm:spPr/>
      <dgm:t>
        <a:bodyPr/>
        <a:lstStyle/>
        <a:p>
          <a:endParaRPr lang="en-US"/>
        </a:p>
      </dgm:t>
    </dgm:pt>
    <dgm:pt modelId="{6C6B41A1-DCB7-43A8-8CD7-ED0E19F0EAD2}" type="sibTrans" cxnId="{B5958135-5895-4B9A-AEB4-1B523F5BC583}">
      <dgm:prSet/>
      <dgm:spPr/>
      <dgm:t>
        <a:bodyPr/>
        <a:lstStyle/>
        <a:p>
          <a:endParaRPr lang="en-US"/>
        </a:p>
      </dgm:t>
    </dgm:pt>
    <dgm:pt modelId="{9F9A7941-0498-456D-B4AE-333844D633FB}">
      <dgm:prSet/>
      <dgm:spPr/>
      <dgm:t>
        <a:bodyPr/>
        <a:lstStyle/>
        <a:p>
          <a:r>
            <a:rPr lang="en-US"/>
            <a:t>Güvenli çalışma ortamı sağlar</a:t>
          </a:r>
        </a:p>
      </dgm:t>
    </dgm:pt>
    <dgm:pt modelId="{E233D041-3ED8-424E-B87C-4DA516139AA4}" type="parTrans" cxnId="{94E514FD-CDEF-4BD7-A31C-8EC37E759619}">
      <dgm:prSet/>
      <dgm:spPr/>
      <dgm:t>
        <a:bodyPr/>
        <a:lstStyle/>
        <a:p>
          <a:endParaRPr lang="en-US"/>
        </a:p>
      </dgm:t>
    </dgm:pt>
    <dgm:pt modelId="{FD692919-6F76-417B-92B3-AFED48CBE596}" type="sibTrans" cxnId="{94E514FD-CDEF-4BD7-A31C-8EC37E759619}">
      <dgm:prSet/>
      <dgm:spPr/>
      <dgm:t>
        <a:bodyPr/>
        <a:lstStyle/>
        <a:p>
          <a:endParaRPr lang="en-US"/>
        </a:p>
      </dgm:t>
    </dgm:pt>
    <dgm:pt modelId="{7331D424-5333-424F-B570-7014DCC2690A}" type="pres">
      <dgm:prSet presAssocID="{F822CE0B-B602-4A7D-979E-38634EF37907}" presName="root" presStyleCnt="0">
        <dgm:presLayoutVars>
          <dgm:dir/>
          <dgm:resizeHandles val="exact"/>
        </dgm:presLayoutVars>
      </dgm:prSet>
      <dgm:spPr/>
    </dgm:pt>
    <dgm:pt modelId="{542B9BE5-3A35-48D7-AFE2-94AC7E8E2FEC}" type="pres">
      <dgm:prSet presAssocID="{5AE14736-FE16-43EB-B6A4-F28CDAD5739B}" presName="compNode" presStyleCnt="0"/>
      <dgm:spPr/>
    </dgm:pt>
    <dgm:pt modelId="{22304F10-B988-4269-A540-F757947FD10E}" type="pres">
      <dgm:prSet presAssocID="{5AE14736-FE16-43EB-B6A4-F28CDAD5739B}" presName="bgRect" presStyleLbl="bgShp" presStyleIdx="0" presStyleCnt="3"/>
      <dgm:spPr/>
    </dgm:pt>
    <dgm:pt modelId="{EB51BCC1-EF2C-45D8-B6D1-F236BF0335CF}" type="pres">
      <dgm:prSet presAssocID="{5AE14736-FE16-43EB-B6A4-F28CDAD5739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r grup erkek"/>
        </a:ext>
      </dgm:extLst>
    </dgm:pt>
    <dgm:pt modelId="{46E93390-646B-40B0-88AE-EDC8637C4A0E}" type="pres">
      <dgm:prSet presAssocID="{5AE14736-FE16-43EB-B6A4-F28CDAD5739B}" presName="spaceRect" presStyleCnt="0"/>
      <dgm:spPr/>
    </dgm:pt>
    <dgm:pt modelId="{70F0E471-006B-47A0-9A68-A5955FEA82AB}" type="pres">
      <dgm:prSet presAssocID="{5AE14736-FE16-43EB-B6A4-F28CDAD5739B}" presName="parTx" presStyleLbl="revTx" presStyleIdx="0" presStyleCnt="3">
        <dgm:presLayoutVars>
          <dgm:chMax val="0"/>
          <dgm:chPref val="0"/>
        </dgm:presLayoutVars>
      </dgm:prSet>
      <dgm:spPr/>
    </dgm:pt>
    <dgm:pt modelId="{16ABF415-D97B-4ECA-AD61-C486FE10CEDB}" type="pres">
      <dgm:prSet presAssocID="{26368E11-86F6-47B3-BBAA-E3E6A5A84368}" presName="sibTrans" presStyleCnt="0"/>
      <dgm:spPr/>
    </dgm:pt>
    <dgm:pt modelId="{C182262A-4089-4892-89E5-17B1B16BA575}" type="pres">
      <dgm:prSet presAssocID="{1E589F7F-F689-4702-A46C-B019453A1067}" presName="compNode" presStyleCnt="0"/>
      <dgm:spPr/>
    </dgm:pt>
    <dgm:pt modelId="{C032EFEB-6587-42E1-9753-A206D742C608}" type="pres">
      <dgm:prSet presAssocID="{1E589F7F-F689-4702-A46C-B019453A1067}" presName="bgRect" presStyleLbl="bgShp" presStyleIdx="1" presStyleCnt="3"/>
      <dgm:spPr/>
    </dgm:pt>
    <dgm:pt modelId="{84A467D4-94F4-4C73-8D9C-D1E1080CC285}" type="pres">
      <dgm:prSet presAssocID="{1E589F7F-F689-4702-A46C-B019453A106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83E2EB8A-4977-41D6-ABC5-5CA17BCC3DF5}" type="pres">
      <dgm:prSet presAssocID="{1E589F7F-F689-4702-A46C-B019453A1067}" presName="spaceRect" presStyleCnt="0"/>
      <dgm:spPr/>
    </dgm:pt>
    <dgm:pt modelId="{B841D845-2C7F-479C-9178-4749925A1140}" type="pres">
      <dgm:prSet presAssocID="{1E589F7F-F689-4702-A46C-B019453A1067}" presName="parTx" presStyleLbl="revTx" presStyleIdx="1" presStyleCnt="3">
        <dgm:presLayoutVars>
          <dgm:chMax val="0"/>
          <dgm:chPref val="0"/>
        </dgm:presLayoutVars>
      </dgm:prSet>
      <dgm:spPr/>
    </dgm:pt>
    <dgm:pt modelId="{DD03661F-3F49-428E-A766-8B536905ED5B}" type="pres">
      <dgm:prSet presAssocID="{6C6B41A1-DCB7-43A8-8CD7-ED0E19F0EAD2}" presName="sibTrans" presStyleCnt="0"/>
      <dgm:spPr/>
    </dgm:pt>
    <dgm:pt modelId="{C5138197-8A3C-4E83-8758-27227E8D18F2}" type="pres">
      <dgm:prSet presAssocID="{9F9A7941-0498-456D-B4AE-333844D633FB}" presName="compNode" presStyleCnt="0"/>
      <dgm:spPr/>
    </dgm:pt>
    <dgm:pt modelId="{BEBE6CED-6EB4-4963-815A-BD117F9C3C44}" type="pres">
      <dgm:prSet presAssocID="{9F9A7941-0498-456D-B4AE-333844D633FB}" presName="bgRect" presStyleLbl="bgShp" presStyleIdx="2" presStyleCnt="3"/>
      <dgm:spPr/>
    </dgm:pt>
    <dgm:pt modelId="{5F7CEC7F-F595-447B-95EB-1051973A6F30}" type="pres">
      <dgm:prSet presAssocID="{9F9A7941-0498-456D-B4AE-333844D633F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litle"/>
        </a:ext>
      </dgm:extLst>
    </dgm:pt>
    <dgm:pt modelId="{EEF5E22C-5CBD-4A54-9700-FBF07E97E487}" type="pres">
      <dgm:prSet presAssocID="{9F9A7941-0498-456D-B4AE-333844D633FB}" presName="spaceRect" presStyleCnt="0"/>
      <dgm:spPr/>
    </dgm:pt>
    <dgm:pt modelId="{2A6764C6-BF9F-4FF4-9A8D-2CB113F76CFE}" type="pres">
      <dgm:prSet presAssocID="{9F9A7941-0498-456D-B4AE-333844D633F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5958135-5895-4B9A-AEB4-1B523F5BC583}" srcId="{F822CE0B-B602-4A7D-979E-38634EF37907}" destId="{1E589F7F-F689-4702-A46C-B019453A1067}" srcOrd="1" destOrd="0" parTransId="{A0498840-4F6C-40B2-AC3C-B199F502E232}" sibTransId="{6C6B41A1-DCB7-43A8-8CD7-ED0E19F0EAD2}"/>
    <dgm:cxn modelId="{4105C8BD-1551-4939-8D91-B2CD1BEE31E0}" type="presOf" srcId="{9F9A7941-0498-456D-B4AE-333844D633FB}" destId="{2A6764C6-BF9F-4FF4-9A8D-2CB113F76CFE}" srcOrd="0" destOrd="0" presId="urn:microsoft.com/office/officeart/2018/2/layout/IconVerticalSolidList"/>
    <dgm:cxn modelId="{FCC4EEDF-DB20-404F-8801-464B5CC69DE4}" type="presOf" srcId="{5AE14736-FE16-43EB-B6A4-F28CDAD5739B}" destId="{70F0E471-006B-47A0-9A68-A5955FEA82AB}" srcOrd="0" destOrd="0" presId="urn:microsoft.com/office/officeart/2018/2/layout/IconVerticalSolidList"/>
    <dgm:cxn modelId="{565FEAE0-ECF0-4BAF-97D5-A626BDC2BABA}" type="presOf" srcId="{F822CE0B-B602-4A7D-979E-38634EF37907}" destId="{7331D424-5333-424F-B570-7014DCC2690A}" srcOrd="0" destOrd="0" presId="urn:microsoft.com/office/officeart/2018/2/layout/IconVerticalSolidList"/>
    <dgm:cxn modelId="{21058EF6-85DB-4FD9-9A66-2BFF6E3B6F80}" type="presOf" srcId="{1E589F7F-F689-4702-A46C-B019453A1067}" destId="{B841D845-2C7F-479C-9178-4749925A1140}" srcOrd="0" destOrd="0" presId="urn:microsoft.com/office/officeart/2018/2/layout/IconVerticalSolidList"/>
    <dgm:cxn modelId="{BF07B0F7-0B50-44AB-A471-90F9D2DA3777}" srcId="{F822CE0B-B602-4A7D-979E-38634EF37907}" destId="{5AE14736-FE16-43EB-B6A4-F28CDAD5739B}" srcOrd="0" destOrd="0" parTransId="{99119AAB-A521-4A34-AEB4-6EB8F002CBE2}" sibTransId="{26368E11-86F6-47B3-BBAA-E3E6A5A84368}"/>
    <dgm:cxn modelId="{94E514FD-CDEF-4BD7-A31C-8EC37E759619}" srcId="{F822CE0B-B602-4A7D-979E-38634EF37907}" destId="{9F9A7941-0498-456D-B4AE-333844D633FB}" srcOrd="2" destOrd="0" parTransId="{E233D041-3ED8-424E-B87C-4DA516139AA4}" sibTransId="{FD692919-6F76-417B-92B3-AFED48CBE596}"/>
    <dgm:cxn modelId="{7E8A4418-BCC3-4273-BE4F-F187D18F898E}" type="presParOf" srcId="{7331D424-5333-424F-B570-7014DCC2690A}" destId="{542B9BE5-3A35-48D7-AFE2-94AC7E8E2FEC}" srcOrd="0" destOrd="0" presId="urn:microsoft.com/office/officeart/2018/2/layout/IconVerticalSolidList"/>
    <dgm:cxn modelId="{1110C9DD-5797-41E7-829A-D5679A0211D2}" type="presParOf" srcId="{542B9BE5-3A35-48D7-AFE2-94AC7E8E2FEC}" destId="{22304F10-B988-4269-A540-F757947FD10E}" srcOrd="0" destOrd="0" presId="urn:microsoft.com/office/officeart/2018/2/layout/IconVerticalSolidList"/>
    <dgm:cxn modelId="{CFFB4747-0591-4D1E-9FF3-B5CA3E48A4AF}" type="presParOf" srcId="{542B9BE5-3A35-48D7-AFE2-94AC7E8E2FEC}" destId="{EB51BCC1-EF2C-45D8-B6D1-F236BF0335CF}" srcOrd="1" destOrd="0" presId="urn:microsoft.com/office/officeart/2018/2/layout/IconVerticalSolidList"/>
    <dgm:cxn modelId="{B63BFB83-6BC6-4209-8012-D8AD0D8897B5}" type="presParOf" srcId="{542B9BE5-3A35-48D7-AFE2-94AC7E8E2FEC}" destId="{46E93390-646B-40B0-88AE-EDC8637C4A0E}" srcOrd="2" destOrd="0" presId="urn:microsoft.com/office/officeart/2018/2/layout/IconVerticalSolidList"/>
    <dgm:cxn modelId="{6BE099B7-A804-47B9-A099-BE1028CAF28C}" type="presParOf" srcId="{542B9BE5-3A35-48D7-AFE2-94AC7E8E2FEC}" destId="{70F0E471-006B-47A0-9A68-A5955FEA82AB}" srcOrd="3" destOrd="0" presId="urn:microsoft.com/office/officeart/2018/2/layout/IconVerticalSolidList"/>
    <dgm:cxn modelId="{D83BBE42-25EF-4C50-8976-2E7D66F52D54}" type="presParOf" srcId="{7331D424-5333-424F-B570-7014DCC2690A}" destId="{16ABF415-D97B-4ECA-AD61-C486FE10CEDB}" srcOrd="1" destOrd="0" presId="urn:microsoft.com/office/officeart/2018/2/layout/IconVerticalSolidList"/>
    <dgm:cxn modelId="{CCF5F657-B696-42B7-8EAB-6D7BDC490594}" type="presParOf" srcId="{7331D424-5333-424F-B570-7014DCC2690A}" destId="{C182262A-4089-4892-89E5-17B1B16BA575}" srcOrd="2" destOrd="0" presId="urn:microsoft.com/office/officeart/2018/2/layout/IconVerticalSolidList"/>
    <dgm:cxn modelId="{B0D2F2F0-088D-4B94-8063-1C771B80DE6F}" type="presParOf" srcId="{C182262A-4089-4892-89E5-17B1B16BA575}" destId="{C032EFEB-6587-42E1-9753-A206D742C608}" srcOrd="0" destOrd="0" presId="urn:microsoft.com/office/officeart/2018/2/layout/IconVerticalSolidList"/>
    <dgm:cxn modelId="{BDDD9E6E-FA73-463F-9BB6-1736A132335D}" type="presParOf" srcId="{C182262A-4089-4892-89E5-17B1B16BA575}" destId="{84A467D4-94F4-4C73-8D9C-D1E1080CC285}" srcOrd="1" destOrd="0" presId="urn:microsoft.com/office/officeart/2018/2/layout/IconVerticalSolidList"/>
    <dgm:cxn modelId="{22C7B4B1-44CD-4941-9244-0C1D00C274AF}" type="presParOf" srcId="{C182262A-4089-4892-89E5-17B1B16BA575}" destId="{83E2EB8A-4977-41D6-ABC5-5CA17BCC3DF5}" srcOrd="2" destOrd="0" presId="urn:microsoft.com/office/officeart/2018/2/layout/IconVerticalSolidList"/>
    <dgm:cxn modelId="{28D33C18-8EFC-4E6E-AD66-41A839F27816}" type="presParOf" srcId="{C182262A-4089-4892-89E5-17B1B16BA575}" destId="{B841D845-2C7F-479C-9178-4749925A1140}" srcOrd="3" destOrd="0" presId="urn:microsoft.com/office/officeart/2018/2/layout/IconVerticalSolidList"/>
    <dgm:cxn modelId="{D432E857-FAB4-489F-ABE0-025F7F0DF534}" type="presParOf" srcId="{7331D424-5333-424F-B570-7014DCC2690A}" destId="{DD03661F-3F49-428E-A766-8B536905ED5B}" srcOrd="3" destOrd="0" presId="urn:microsoft.com/office/officeart/2018/2/layout/IconVerticalSolidList"/>
    <dgm:cxn modelId="{A8499D0E-3CC5-44FE-B6EA-75D4B794509A}" type="presParOf" srcId="{7331D424-5333-424F-B570-7014DCC2690A}" destId="{C5138197-8A3C-4E83-8758-27227E8D18F2}" srcOrd="4" destOrd="0" presId="urn:microsoft.com/office/officeart/2018/2/layout/IconVerticalSolidList"/>
    <dgm:cxn modelId="{2382E0A8-C3A5-412C-B6A6-AE4FF3CDDFF7}" type="presParOf" srcId="{C5138197-8A3C-4E83-8758-27227E8D18F2}" destId="{BEBE6CED-6EB4-4963-815A-BD117F9C3C44}" srcOrd="0" destOrd="0" presId="urn:microsoft.com/office/officeart/2018/2/layout/IconVerticalSolidList"/>
    <dgm:cxn modelId="{B9403025-D249-4A8B-A9E3-521FEF520AA3}" type="presParOf" srcId="{C5138197-8A3C-4E83-8758-27227E8D18F2}" destId="{5F7CEC7F-F595-447B-95EB-1051973A6F30}" srcOrd="1" destOrd="0" presId="urn:microsoft.com/office/officeart/2018/2/layout/IconVerticalSolidList"/>
    <dgm:cxn modelId="{3E575911-1401-41AD-99D4-0FF237357D5D}" type="presParOf" srcId="{C5138197-8A3C-4E83-8758-27227E8D18F2}" destId="{EEF5E22C-5CBD-4A54-9700-FBF07E97E487}" srcOrd="2" destOrd="0" presId="urn:microsoft.com/office/officeart/2018/2/layout/IconVerticalSolidList"/>
    <dgm:cxn modelId="{A8F7C90A-15EC-4401-B7EB-FCDE7C89D964}" type="presParOf" srcId="{C5138197-8A3C-4E83-8758-27227E8D18F2}" destId="{2A6764C6-BF9F-4FF4-9A8D-2CB113F76C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CE1D7-1482-47E9-98A2-432CD3F50297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FCA6C-C579-4360-84D3-3FC1D773509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B937C-ECF7-468E-8223-333F50E744E8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İş Sağlığı ve Güvenliği Dersi</a:t>
          </a:r>
        </a:p>
      </dsp:txBody>
      <dsp:txXfrm>
        <a:off x="1844034" y="682"/>
        <a:ext cx="2839914" cy="1596566"/>
      </dsp:txXfrm>
    </dsp:sp>
    <dsp:sp modelId="{D964E5E9-20F6-40D5-BA9A-51DA84BE6944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CE956-411E-4F64-8286-2B7FF77124B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8CB21-817B-40D3-A21D-B24ABFD1D0ED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Konu: İş Hijyeni</a:t>
          </a:r>
        </a:p>
      </dsp:txBody>
      <dsp:txXfrm>
        <a:off x="1844034" y="1996390"/>
        <a:ext cx="2839914" cy="1596566"/>
      </dsp:txXfrm>
    </dsp:sp>
    <dsp:sp modelId="{D130D425-20A6-4E5C-8A79-CD254F5E53DF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D7320-96FB-4068-9493-85E4B90C9799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67460-A453-4965-A131-A809720D52FD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Amaç: Çalışma ortamında sağlık risklerini tanımak ve önlemek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3F7FC-1401-4541-B5F8-0A6380220D4B}">
      <dsp:nvSpPr>
        <dsp:cNvPr id="0" name=""/>
        <dsp:cNvSpPr/>
      </dsp:nvSpPr>
      <dsp:spPr>
        <a:xfrm>
          <a:off x="0" y="793073"/>
          <a:ext cx="4683949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İş hijyeninin önemini kavramak</a:t>
          </a:r>
        </a:p>
      </dsp:txBody>
      <dsp:txXfrm>
        <a:off x="62141" y="855214"/>
        <a:ext cx="4559667" cy="1148678"/>
      </dsp:txXfrm>
    </dsp:sp>
    <dsp:sp modelId="{514111AC-DD4B-4558-8408-EB46C902ADAC}">
      <dsp:nvSpPr>
        <dsp:cNvPr id="0" name=""/>
        <dsp:cNvSpPr/>
      </dsp:nvSpPr>
      <dsp:spPr>
        <a:xfrm>
          <a:off x="0" y="2158193"/>
          <a:ext cx="4683949" cy="12729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Çalışma ortamındaki riskleri tanımak</a:t>
          </a:r>
        </a:p>
      </dsp:txBody>
      <dsp:txXfrm>
        <a:off x="62141" y="2220334"/>
        <a:ext cx="4559667" cy="1148678"/>
      </dsp:txXfrm>
    </dsp:sp>
    <dsp:sp modelId="{F1863536-CC4F-4D38-B7C2-60DE318A1A6A}">
      <dsp:nvSpPr>
        <dsp:cNvPr id="0" name=""/>
        <dsp:cNvSpPr/>
      </dsp:nvSpPr>
      <dsp:spPr>
        <a:xfrm>
          <a:off x="0" y="3523313"/>
          <a:ext cx="4683949" cy="12729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Sağlıklı ve güvenli çalışma ortamı oluşturmak</a:t>
          </a:r>
        </a:p>
      </dsp:txBody>
      <dsp:txXfrm>
        <a:off x="62141" y="3585454"/>
        <a:ext cx="4559667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63A22-7D2C-46C6-8486-C357263CDBB6}">
      <dsp:nvSpPr>
        <dsp:cNvPr id="0" name=""/>
        <dsp:cNvSpPr/>
      </dsp:nvSpPr>
      <dsp:spPr>
        <a:xfrm>
          <a:off x="0" y="27893"/>
          <a:ext cx="4683949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İnsan sağlığını korumak ve geliştirmek için alınan önlemler</a:t>
          </a:r>
        </a:p>
      </dsp:txBody>
      <dsp:txXfrm>
        <a:off x="132392" y="160285"/>
        <a:ext cx="4419165" cy="2447275"/>
      </dsp:txXfrm>
    </dsp:sp>
    <dsp:sp modelId="{E77C827E-1E6C-4C24-8669-FE397BF3FC51}">
      <dsp:nvSpPr>
        <dsp:cNvPr id="0" name=""/>
        <dsp:cNvSpPr/>
      </dsp:nvSpPr>
      <dsp:spPr>
        <a:xfrm>
          <a:off x="0" y="2849393"/>
          <a:ext cx="4683949" cy="27120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Temizlik ve sağlık uygulamalarının bütünüdür</a:t>
          </a:r>
        </a:p>
      </dsp:txBody>
      <dsp:txXfrm>
        <a:off x="132392" y="2981785"/>
        <a:ext cx="4419165" cy="24472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90DFF-DCD2-45E8-9630-AF16A04B6C23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1BD2E-AA80-473A-AE49-C54369997942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DB1B5-888C-4ED4-9FD5-1833C90A3FD4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Hastalıkların önlenmesi</a:t>
          </a:r>
        </a:p>
      </dsp:txBody>
      <dsp:txXfrm>
        <a:off x="1844034" y="682"/>
        <a:ext cx="2839914" cy="1596566"/>
      </dsp:txXfrm>
    </dsp:sp>
    <dsp:sp modelId="{2AFD8C66-D5FA-4A34-B5B9-159EAF69FA5C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63E85-0FC6-4145-A36D-31BD33D3B567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1F8C4-052E-4DA8-9A24-94A85A492748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Çalışan sağlığının korunması</a:t>
          </a:r>
        </a:p>
      </dsp:txBody>
      <dsp:txXfrm>
        <a:off x="1844034" y="1996390"/>
        <a:ext cx="2839914" cy="1596566"/>
      </dsp:txXfrm>
    </dsp:sp>
    <dsp:sp modelId="{202DE767-3F1D-4594-944E-75316DDD4E97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E59BA-AAF6-4064-B077-9186FD2D6954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45FCB-C6F9-4D13-A69E-C8EEF7B96E2D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Üretim kalitesinin artması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847D9-E99E-4F74-9A48-7F19576C2D8C}">
      <dsp:nvSpPr>
        <dsp:cNvPr id="0" name=""/>
        <dsp:cNvSpPr/>
      </dsp:nvSpPr>
      <dsp:spPr>
        <a:xfrm>
          <a:off x="0" y="26633"/>
          <a:ext cx="4683949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Çalışma ortamında sağlık risklerinin belirlenmesi</a:t>
          </a:r>
        </a:p>
      </dsp:txBody>
      <dsp:txXfrm>
        <a:off x="64083" y="90716"/>
        <a:ext cx="4555783" cy="1184574"/>
      </dsp:txXfrm>
    </dsp:sp>
    <dsp:sp modelId="{E37FC163-1524-4899-A62A-96B16674991C}">
      <dsp:nvSpPr>
        <dsp:cNvPr id="0" name=""/>
        <dsp:cNvSpPr/>
      </dsp:nvSpPr>
      <dsp:spPr>
        <a:xfrm>
          <a:off x="0" y="1434413"/>
          <a:ext cx="4683949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Ölçülmesi</a:t>
          </a:r>
        </a:p>
      </dsp:txBody>
      <dsp:txXfrm>
        <a:off x="64083" y="1498496"/>
        <a:ext cx="4555783" cy="1184574"/>
      </dsp:txXfrm>
    </dsp:sp>
    <dsp:sp modelId="{DA2B391A-51D6-41CC-AAF3-3AEF7647613A}">
      <dsp:nvSpPr>
        <dsp:cNvPr id="0" name=""/>
        <dsp:cNvSpPr/>
      </dsp:nvSpPr>
      <dsp:spPr>
        <a:xfrm>
          <a:off x="0" y="2842193"/>
          <a:ext cx="4683949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Değerlendirilmesi</a:t>
          </a:r>
        </a:p>
      </dsp:txBody>
      <dsp:txXfrm>
        <a:off x="64083" y="2906276"/>
        <a:ext cx="4555783" cy="1184574"/>
      </dsp:txXfrm>
    </dsp:sp>
    <dsp:sp modelId="{CA34B1EF-3B0C-4C77-9FB3-DA2B7BB1EA56}">
      <dsp:nvSpPr>
        <dsp:cNvPr id="0" name=""/>
        <dsp:cNvSpPr/>
      </dsp:nvSpPr>
      <dsp:spPr>
        <a:xfrm>
          <a:off x="0" y="4249973"/>
          <a:ext cx="4683949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Kontrol altına alınması</a:t>
          </a:r>
        </a:p>
      </dsp:txBody>
      <dsp:txXfrm>
        <a:off x="64083" y="4314056"/>
        <a:ext cx="4555783" cy="1184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53F5F-E96B-4F83-9C6F-FC2F093B5FAA}">
      <dsp:nvSpPr>
        <dsp:cNvPr id="0" name=""/>
        <dsp:cNvSpPr/>
      </dsp:nvSpPr>
      <dsp:spPr>
        <a:xfrm>
          <a:off x="0" y="4585"/>
          <a:ext cx="3692156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Biyolojik</a:t>
          </a:r>
        </a:p>
      </dsp:txBody>
      <dsp:txXfrm>
        <a:off x="45663" y="50248"/>
        <a:ext cx="3600830" cy="844089"/>
      </dsp:txXfrm>
    </dsp:sp>
    <dsp:sp modelId="{984520A6-7278-4312-80A5-724508B74F27}">
      <dsp:nvSpPr>
        <dsp:cNvPr id="0" name=""/>
        <dsp:cNvSpPr/>
      </dsp:nvSpPr>
      <dsp:spPr>
        <a:xfrm>
          <a:off x="0" y="1052320"/>
          <a:ext cx="3692156" cy="93541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Kimyasal</a:t>
          </a:r>
        </a:p>
      </dsp:txBody>
      <dsp:txXfrm>
        <a:off x="45663" y="1097983"/>
        <a:ext cx="3600830" cy="844089"/>
      </dsp:txXfrm>
    </dsp:sp>
    <dsp:sp modelId="{6F979ED5-B358-46D5-9B32-5E61BBDE8CD2}">
      <dsp:nvSpPr>
        <dsp:cNvPr id="0" name=""/>
        <dsp:cNvSpPr/>
      </dsp:nvSpPr>
      <dsp:spPr>
        <a:xfrm>
          <a:off x="0" y="2100055"/>
          <a:ext cx="3692156" cy="93541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Fiziksel</a:t>
          </a:r>
        </a:p>
      </dsp:txBody>
      <dsp:txXfrm>
        <a:off x="45663" y="2145718"/>
        <a:ext cx="3600830" cy="844089"/>
      </dsp:txXfrm>
    </dsp:sp>
    <dsp:sp modelId="{9A4315D5-499E-4AFF-A8C1-FB119CEB93C2}">
      <dsp:nvSpPr>
        <dsp:cNvPr id="0" name=""/>
        <dsp:cNvSpPr/>
      </dsp:nvSpPr>
      <dsp:spPr>
        <a:xfrm>
          <a:off x="0" y="3147790"/>
          <a:ext cx="3692156" cy="935415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Ergonomik</a:t>
          </a:r>
        </a:p>
      </dsp:txBody>
      <dsp:txXfrm>
        <a:off x="45663" y="3193453"/>
        <a:ext cx="3600830" cy="844089"/>
      </dsp:txXfrm>
    </dsp:sp>
    <dsp:sp modelId="{C6CC93CD-AFB5-43E1-BD44-C8C25BDA806A}">
      <dsp:nvSpPr>
        <dsp:cNvPr id="0" name=""/>
        <dsp:cNvSpPr/>
      </dsp:nvSpPr>
      <dsp:spPr>
        <a:xfrm>
          <a:off x="0" y="4195525"/>
          <a:ext cx="3692156" cy="9354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Psikososyal</a:t>
          </a:r>
        </a:p>
      </dsp:txBody>
      <dsp:txXfrm>
        <a:off x="45663" y="4241188"/>
        <a:ext cx="3600830" cy="844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6B85C-DAB7-4EB8-B88A-8DA09E363ACF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FDABB-3CFF-4446-90A1-CDEA7A134CC7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F8839-3115-47FF-A516-6C896265454E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Gürültü</a:t>
          </a:r>
        </a:p>
      </dsp:txBody>
      <dsp:txXfrm>
        <a:off x="1074268" y="4366"/>
        <a:ext cx="3609680" cy="930102"/>
      </dsp:txXfrm>
    </dsp:sp>
    <dsp:sp modelId="{20770837-3597-4E2F-BFA4-1D9C88750801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071C7-44B3-4CE1-9676-855D6903B99A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EE531-A004-442C-B14F-B459B162EA77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Titreşim</a:t>
          </a:r>
        </a:p>
      </dsp:txBody>
      <dsp:txXfrm>
        <a:off x="1074268" y="1166994"/>
        <a:ext cx="3609680" cy="930102"/>
      </dsp:txXfrm>
    </dsp:sp>
    <dsp:sp modelId="{F3BE0CB1-AA81-493F-9710-2E114BD76227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B1029-4158-437E-ADE7-8C6FE7D49962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26EAB-B392-4A39-9113-C5332425FA51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Aydınlatma</a:t>
          </a:r>
        </a:p>
      </dsp:txBody>
      <dsp:txXfrm>
        <a:off x="1074268" y="2329622"/>
        <a:ext cx="3609680" cy="930102"/>
      </dsp:txXfrm>
    </dsp:sp>
    <dsp:sp modelId="{9DAC41A9-D628-462E-BA4D-079A96E5B9E5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1E539-E85A-4496-A22B-0BD667196A2D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D5589-1FB0-4CB6-9DDE-D152F2DA9A15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Termal konfor</a:t>
          </a:r>
        </a:p>
      </dsp:txBody>
      <dsp:txXfrm>
        <a:off x="1074268" y="3492250"/>
        <a:ext cx="3609680" cy="930102"/>
      </dsp:txXfrm>
    </dsp:sp>
    <dsp:sp modelId="{BC113D59-FB43-4E1C-A029-F44B50A39D44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5D41B-E772-4E26-B062-D3479D237543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CDC11-1F56-4C82-B5CB-DBF2B6734A42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Basınç ve radyasyon</a:t>
          </a:r>
        </a:p>
      </dsp:txBody>
      <dsp:txXfrm>
        <a:off x="1074268" y="4654878"/>
        <a:ext cx="3609680" cy="9301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C602B-4FCA-4758-8FD7-3F903B597B84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26F09-6FC3-4D47-BD68-FC9ED884857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E1FBF-2941-47F9-A097-616A94713123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İstenmeyen ses olarak tanımlanır</a:t>
          </a:r>
        </a:p>
      </dsp:txBody>
      <dsp:txXfrm>
        <a:off x="46529" y="2703902"/>
        <a:ext cx="2418750" cy="720000"/>
      </dsp:txXfrm>
    </dsp:sp>
    <dsp:sp modelId="{62DD1C1B-D16C-44DD-B992-53C85095932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8F216-3315-45B7-858A-D7B3F69EBFD4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D0B48-CA58-4AA1-8605-F7D996B319C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Uzun süreli maruziyet işitme kaybına neden olabilir</a:t>
          </a:r>
        </a:p>
      </dsp:txBody>
      <dsp:txXfrm>
        <a:off x="2888560" y="2703902"/>
        <a:ext cx="2418750" cy="720000"/>
      </dsp:txXfrm>
    </dsp:sp>
    <dsp:sp modelId="{B2D59B6B-B1CB-4581-A2DE-6D2F569ACD0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0F056-CF92-4A2A-BA8E-5838199E3DD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F5CE6-6665-4CB2-9B8C-E5D5DD51C33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Desibel (dB) ile ölçülür</a:t>
          </a:r>
        </a:p>
      </dsp:txBody>
      <dsp:txXfrm>
        <a:off x="5730591" y="2703902"/>
        <a:ext cx="241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50D89-D179-437D-81BE-F27D4B72B7F5}">
      <dsp:nvSpPr>
        <dsp:cNvPr id="0" name=""/>
        <dsp:cNvSpPr/>
      </dsp:nvSpPr>
      <dsp:spPr>
        <a:xfrm>
          <a:off x="0" y="793073"/>
          <a:ext cx="4683949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Makine ve ekipmanlardan kaynaklanır</a:t>
          </a:r>
        </a:p>
      </dsp:txBody>
      <dsp:txXfrm>
        <a:off x="62141" y="855214"/>
        <a:ext cx="4559667" cy="1148678"/>
      </dsp:txXfrm>
    </dsp:sp>
    <dsp:sp modelId="{A21C8C20-2A28-410A-A1FF-47C5D0C632DE}">
      <dsp:nvSpPr>
        <dsp:cNvPr id="0" name=""/>
        <dsp:cNvSpPr/>
      </dsp:nvSpPr>
      <dsp:spPr>
        <a:xfrm>
          <a:off x="0" y="2158193"/>
          <a:ext cx="4683949" cy="12729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El-kol titreşimi</a:t>
          </a:r>
        </a:p>
      </dsp:txBody>
      <dsp:txXfrm>
        <a:off x="62141" y="2220334"/>
        <a:ext cx="4559667" cy="1148678"/>
      </dsp:txXfrm>
    </dsp:sp>
    <dsp:sp modelId="{6431CE50-DA85-4058-B3C5-1809673F5EC1}">
      <dsp:nvSpPr>
        <dsp:cNvPr id="0" name=""/>
        <dsp:cNvSpPr/>
      </dsp:nvSpPr>
      <dsp:spPr>
        <a:xfrm>
          <a:off x="0" y="3523313"/>
          <a:ext cx="4683949" cy="12729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Tüm vücut titreşimi</a:t>
          </a:r>
        </a:p>
      </dsp:txBody>
      <dsp:txXfrm>
        <a:off x="62141" y="3585454"/>
        <a:ext cx="4559667" cy="11486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C1CCF-2E2D-48DC-873A-C28D6B26CDA1}">
      <dsp:nvSpPr>
        <dsp:cNvPr id="0" name=""/>
        <dsp:cNvSpPr/>
      </dsp:nvSpPr>
      <dsp:spPr>
        <a:xfrm>
          <a:off x="0" y="29603"/>
          <a:ext cx="4683949" cy="26945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El-kol titreşimi sınır değeri: 5 m/s²</a:t>
          </a:r>
        </a:p>
      </dsp:txBody>
      <dsp:txXfrm>
        <a:off x="131535" y="161138"/>
        <a:ext cx="4420879" cy="2431440"/>
      </dsp:txXfrm>
    </dsp:sp>
    <dsp:sp modelId="{064FD55C-33FF-4222-BB7F-5A28B8CB003E}">
      <dsp:nvSpPr>
        <dsp:cNvPr id="0" name=""/>
        <dsp:cNvSpPr/>
      </dsp:nvSpPr>
      <dsp:spPr>
        <a:xfrm>
          <a:off x="0" y="2865233"/>
          <a:ext cx="4683949" cy="26945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El-kol titreşimi etkin değer: 2.5 m/s²</a:t>
          </a:r>
        </a:p>
      </dsp:txBody>
      <dsp:txXfrm>
        <a:off x="131535" y="2996768"/>
        <a:ext cx="4420879" cy="24314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944F1-0588-4B4F-99FA-7CB064F974C3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86E5F-3D11-40E1-BFB2-9C2200147D7E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66737-8802-4918-B117-374AE21D95CF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Sıcaklık</a:t>
          </a:r>
        </a:p>
      </dsp:txBody>
      <dsp:txXfrm>
        <a:off x="1357965" y="2319"/>
        <a:ext cx="3325983" cy="1175727"/>
      </dsp:txXfrm>
    </dsp:sp>
    <dsp:sp modelId="{1BD9B69A-C1F2-4189-B9C7-0A967D5A58BB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7C9EB-9641-4778-8683-50BBE6EAB666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8A140-1DF6-4A80-99C2-8307779BC23A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Nem</a:t>
          </a:r>
        </a:p>
      </dsp:txBody>
      <dsp:txXfrm>
        <a:off x="1357965" y="1471979"/>
        <a:ext cx="3325983" cy="1175727"/>
      </dsp:txXfrm>
    </dsp:sp>
    <dsp:sp modelId="{6664F4CC-2CC2-4110-8C27-719CD8600833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07D1C-6319-4420-A2D0-57DAC79EA6AE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D2686-9661-4D9E-B2FA-2E0542A08668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Hava akımı</a:t>
          </a:r>
        </a:p>
      </dsp:txBody>
      <dsp:txXfrm>
        <a:off x="1357965" y="2941639"/>
        <a:ext cx="3325983" cy="1175727"/>
      </dsp:txXfrm>
    </dsp:sp>
    <dsp:sp modelId="{C02046E1-0791-4CB7-B519-9C79F2C9BF86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5EF93-4112-4B15-9FF6-8406879CC96C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C3A64-596B-41A3-8128-1E477AF352B2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Radyant ısı</a:t>
          </a:r>
        </a:p>
      </dsp:txBody>
      <dsp:txXfrm>
        <a:off x="1357965" y="4411299"/>
        <a:ext cx="3325983" cy="11757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ED4A4-6832-43C5-95B7-B5F48812DDD2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6A2181-F1C4-4D01-BCE4-315899106FB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2A744-A890-48F0-A80E-348123DED4EC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Çalışma verimliliğini etkiler</a:t>
          </a:r>
        </a:p>
      </dsp:txBody>
      <dsp:txXfrm>
        <a:off x="1844034" y="682"/>
        <a:ext cx="2839914" cy="1596566"/>
      </dsp:txXfrm>
    </dsp:sp>
    <dsp:sp modelId="{8D6BD804-A3E7-40D1-B0AA-6852C6AFF593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D7A95-0F88-4253-9663-E96DF3B7ECF5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2C733-DA6C-4F84-A3E7-42C23B2ED60B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Yetersiz aydınlatma iş kazalarına neden olabilir</a:t>
          </a:r>
        </a:p>
      </dsp:txBody>
      <dsp:txXfrm>
        <a:off x="1844034" y="1996390"/>
        <a:ext cx="2839914" cy="1596566"/>
      </dsp:txXfrm>
    </dsp:sp>
    <dsp:sp modelId="{24608F7F-1F7D-42CD-B06E-CFE477EAA1F7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28EEE-155C-4EAE-9093-753993E8B758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80EDE-6B82-4EF5-8CF5-5E5EA9EAFDCF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Lux birimi ile ölçülür</a:t>
          </a:r>
        </a:p>
      </dsp:txBody>
      <dsp:txXfrm>
        <a:off x="1844034" y="3992098"/>
        <a:ext cx="2839914" cy="15965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4301D-616D-4FEB-A3A1-9779EBC0C025}">
      <dsp:nvSpPr>
        <dsp:cNvPr id="0" name=""/>
        <dsp:cNvSpPr/>
      </dsp:nvSpPr>
      <dsp:spPr>
        <a:xfrm>
          <a:off x="0" y="816113"/>
          <a:ext cx="4683949" cy="19094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Luxmetre kullanılır</a:t>
          </a:r>
        </a:p>
      </dsp:txBody>
      <dsp:txXfrm>
        <a:off x="93211" y="909324"/>
        <a:ext cx="4497527" cy="1723017"/>
      </dsp:txXfrm>
    </dsp:sp>
    <dsp:sp modelId="{BBEFB907-38D4-43FC-B86F-BD30D65966B9}">
      <dsp:nvSpPr>
        <dsp:cNvPr id="0" name=""/>
        <dsp:cNvSpPr/>
      </dsp:nvSpPr>
      <dsp:spPr>
        <a:xfrm>
          <a:off x="0" y="2863793"/>
          <a:ext cx="4683949" cy="190943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Ortamın aydınlık seviyesi ölçülür</a:t>
          </a:r>
        </a:p>
      </dsp:txBody>
      <dsp:txXfrm>
        <a:off x="93211" y="2957004"/>
        <a:ext cx="4497527" cy="172301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AB1A6-1AC0-4A09-AB11-42BA2232698D}">
      <dsp:nvSpPr>
        <dsp:cNvPr id="0" name=""/>
        <dsp:cNvSpPr/>
      </dsp:nvSpPr>
      <dsp:spPr>
        <a:xfrm>
          <a:off x="0" y="23303"/>
          <a:ext cx="4683949" cy="1271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Solventler</a:t>
          </a:r>
        </a:p>
      </dsp:txBody>
      <dsp:txXfrm>
        <a:off x="62055" y="85358"/>
        <a:ext cx="4559839" cy="1147095"/>
      </dsp:txXfrm>
    </dsp:sp>
    <dsp:sp modelId="{7A45ACCC-1AB8-4587-A959-5F8CE2217AD2}">
      <dsp:nvSpPr>
        <dsp:cNvPr id="0" name=""/>
        <dsp:cNvSpPr/>
      </dsp:nvSpPr>
      <dsp:spPr>
        <a:xfrm>
          <a:off x="0" y="1447148"/>
          <a:ext cx="4683949" cy="127120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Zehirli gazlar</a:t>
          </a:r>
        </a:p>
      </dsp:txBody>
      <dsp:txXfrm>
        <a:off x="62055" y="1509203"/>
        <a:ext cx="4559839" cy="1147095"/>
      </dsp:txXfrm>
    </dsp:sp>
    <dsp:sp modelId="{5E68D7FE-23C9-4DAE-818F-2EAF7AD39C59}">
      <dsp:nvSpPr>
        <dsp:cNvPr id="0" name=""/>
        <dsp:cNvSpPr/>
      </dsp:nvSpPr>
      <dsp:spPr>
        <a:xfrm>
          <a:off x="0" y="2870993"/>
          <a:ext cx="4683949" cy="127120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Tozlar</a:t>
          </a:r>
        </a:p>
      </dsp:txBody>
      <dsp:txXfrm>
        <a:off x="62055" y="2933048"/>
        <a:ext cx="4559839" cy="1147095"/>
      </dsp:txXfrm>
    </dsp:sp>
    <dsp:sp modelId="{F59512CD-6A23-4CFD-BF3D-EF806CCF8752}">
      <dsp:nvSpPr>
        <dsp:cNvPr id="0" name=""/>
        <dsp:cNvSpPr/>
      </dsp:nvSpPr>
      <dsp:spPr>
        <a:xfrm>
          <a:off x="0" y="4294838"/>
          <a:ext cx="4683949" cy="1271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Ağır metaller</a:t>
          </a:r>
        </a:p>
      </dsp:txBody>
      <dsp:txXfrm>
        <a:off x="62055" y="4356893"/>
        <a:ext cx="4559839" cy="114709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78613-06C1-409C-841F-AD0070EB4074}">
      <dsp:nvSpPr>
        <dsp:cNvPr id="0" name=""/>
        <dsp:cNvSpPr/>
      </dsp:nvSpPr>
      <dsp:spPr>
        <a:xfrm>
          <a:off x="0" y="23303"/>
          <a:ext cx="4683949" cy="1271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VOC</a:t>
          </a:r>
        </a:p>
      </dsp:txBody>
      <dsp:txXfrm>
        <a:off x="62055" y="85358"/>
        <a:ext cx="4559839" cy="1147095"/>
      </dsp:txXfrm>
    </dsp:sp>
    <dsp:sp modelId="{B54498B3-6153-4C56-A6BF-A65FC0432BB7}">
      <dsp:nvSpPr>
        <dsp:cNvPr id="0" name=""/>
        <dsp:cNvSpPr/>
      </dsp:nvSpPr>
      <dsp:spPr>
        <a:xfrm>
          <a:off x="0" y="1447148"/>
          <a:ext cx="4683949" cy="127120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Formaldehit</a:t>
          </a:r>
        </a:p>
      </dsp:txBody>
      <dsp:txXfrm>
        <a:off x="62055" y="1509203"/>
        <a:ext cx="4559839" cy="1147095"/>
      </dsp:txXfrm>
    </dsp:sp>
    <dsp:sp modelId="{2C939C59-70D5-4421-81D4-216EA7041816}">
      <dsp:nvSpPr>
        <dsp:cNvPr id="0" name=""/>
        <dsp:cNvSpPr/>
      </dsp:nvSpPr>
      <dsp:spPr>
        <a:xfrm>
          <a:off x="0" y="2870993"/>
          <a:ext cx="4683949" cy="127120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Benzen</a:t>
          </a:r>
        </a:p>
      </dsp:txBody>
      <dsp:txXfrm>
        <a:off x="62055" y="2933048"/>
        <a:ext cx="4559839" cy="1147095"/>
      </dsp:txXfrm>
    </dsp:sp>
    <dsp:sp modelId="{9A7E8069-4888-40EA-9674-B15D406B9BE8}">
      <dsp:nvSpPr>
        <dsp:cNvPr id="0" name=""/>
        <dsp:cNvSpPr/>
      </dsp:nvSpPr>
      <dsp:spPr>
        <a:xfrm>
          <a:off x="0" y="4294838"/>
          <a:ext cx="4683949" cy="1271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Toluen</a:t>
          </a:r>
        </a:p>
      </dsp:txBody>
      <dsp:txXfrm>
        <a:off x="62055" y="4356893"/>
        <a:ext cx="4559839" cy="114709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4DC66-1422-409D-B275-8BD6C555B9AE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Patlayıcı</a:t>
          </a:r>
        </a:p>
      </dsp:txBody>
      <dsp:txXfrm>
        <a:off x="429570" y="472"/>
        <a:ext cx="3346456" cy="2007873"/>
      </dsp:txXfrm>
    </dsp:sp>
    <dsp:sp modelId="{071635C0-99DA-402D-A934-39C5CBE4DC0C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Alevlenebilir</a:t>
          </a:r>
        </a:p>
      </dsp:txBody>
      <dsp:txXfrm>
        <a:off x="4110672" y="472"/>
        <a:ext cx="3346456" cy="2007873"/>
      </dsp:txXfrm>
    </dsp:sp>
    <dsp:sp modelId="{333AC197-ABAD-4CA5-AB2F-BA657EA6A402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Toksik</a:t>
          </a:r>
        </a:p>
      </dsp:txBody>
      <dsp:txXfrm>
        <a:off x="429570" y="2342991"/>
        <a:ext cx="3346456" cy="2007873"/>
      </dsp:txXfrm>
    </dsp:sp>
    <dsp:sp modelId="{8C763A35-B726-4362-8CB8-2A9D991EB98E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Kanserojen</a:t>
          </a:r>
        </a:p>
      </dsp:txBody>
      <dsp:txXfrm>
        <a:off x="4110672" y="2342991"/>
        <a:ext cx="3346456" cy="200787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99142-57DA-4855-9303-53CE96C61346}">
      <dsp:nvSpPr>
        <dsp:cNvPr id="0" name=""/>
        <dsp:cNvSpPr/>
      </dsp:nvSpPr>
      <dsp:spPr>
        <a:xfrm>
          <a:off x="0" y="908268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C53F4-0767-457A-9047-37CD44BA3D90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32DF2-D197-4FE4-8B73-982C15627D60}">
      <dsp:nvSpPr>
        <dsp:cNvPr id="0" name=""/>
        <dsp:cNvSpPr/>
      </dsp:nvSpPr>
      <dsp:spPr>
        <a:xfrm>
          <a:off x="1936708" y="908268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Solunum yolu ile vücuda girer</a:t>
          </a:r>
        </a:p>
      </dsp:txBody>
      <dsp:txXfrm>
        <a:off x="1936708" y="908268"/>
        <a:ext cx="2747240" cy="1676804"/>
      </dsp:txXfrm>
    </dsp:sp>
    <dsp:sp modelId="{C9A308AB-805F-4626-BC25-646EFCEE05A8}">
      <dsp:nvSpPr>
        <dsp:cNvPr id="0" name=""/>
        <dsp:cNvSpPr/>
      </dsp:nvSpPr>
      <dsp:spPr>
        <a:xfrm>
          <a:off x="0" y="3004274"/>
          <a:ext cx="4683949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95CB1-1CD0-42C0-A863-3A52C61491A3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DBEB1-5B01-47D9-A96E-5EA80462EE61}">
      <dsp:nvSpPr>
        <dsp:cNvPr id="0" name=""/>
        <dsp:cNvSpPr/>
      </dsp:nvSpPr>
      <dsp:spPr>
        <a:xfrm>
          <a:off x="1936708" y="3004274"/>
          <a:ext cx="2747240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Akciğer hastalıklarına neden olabilir</a:t>
          </a:r>
        </a:p>
      </dsp:txBody>
      <dsp:txXfrm>
        <a:off x="1936708" y="3004274"/>
        <a:ext cx="2747240" cy="167680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24539-864F-4971-B506-199401760EE4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F86CC-147D-42C0-A9AE-FC609BB8379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08351-C9ED-4826-9F2C-716060E5A06D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Virüsler</a:t>
          </a:r>
        </a:p>
      </dsp:txBody>
      <dsp:txXfrm>
        <a:off x="1357965" y="2319"/>
        <a:ext cx="3325983" cy="1175727"/>
      </dsp:txXfrm>
    </dsp:sp>
    <dsp:sp modelId="{3475C72D-164A-4D8B-B809-7A3AA3776E5C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19E28-40A5-4B7A-BCB9-39CF5EAB4ABE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77956-CFDF-45F4-AB4B-2FF00F965061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Bakteriler</a:t>
          </a:r>
        </a:p>
      </dsp:txBody>
      <dsp:txXfrm>
        <a:off x="1357965" y="1471979"/>
        <a:ext cx="3325983" cy="1175727"/>
      </dsp:txXfrm>
    </dsp:sp>
    <dsp:sp modelId="{93F2E315-5229-4E99-8E05-798C6862F2A3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0328C-2400-46B6-89A9-92079E98341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1B23-9040-4B65-A9E2-C5576B9DEE06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Mantarlar</a:t>
          </a:r>
        </a:p>
      </dsp:txBody>
      <dsp:txXfrm>
        <a:off x="1357965" y="2941639"/>
        <a:ext cx="3325983" cy="1175727"/>
      </dsp:txXfrm>
    </dsp:sp>
    <dsp:sp modelId="{DB854E36-8BCD-41C7-99FF-09481F2FC29C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4289E-5844-4447-92C6-3DBB877AA22B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FF701-D19C-40B8-8E78-E37C6701716F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Parazitler</a:t>
          </a:r>
        </a:p>
      </dsp:txBody>
      <dsp:txXfrm>
        <a:off x="1357965" y="4411299"/>
        <a:ext cx="3325983" cy="117572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B697B-96BF-4C3F-95E8-AEBBBFBFB177}">
      <dsp:nvSpPr>
        <dsp:cNvPr id="0" name=""/>
        <dsp:cNvSpPr/>
      </dsp:nvSpPr>
      <dsp:spPr>
        <a:xfrm>
          <a:off x="0" y="424613"/>
          <a:ext cx="4683949" cy="2309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Grup 1: Hastalık yapma ihtimali düşük</a:t>
          </a:r>
        </a:p>
      </dsp:txBody>
      <dsp:txXfrm>
        <a:off x="112744" y="537357"/>
        <a:ext cx="4458461" cy="2084091"/>
      </dsp:txXfrm>
    </dsp:sp>
    <dsp:sp modelId="{8AA1A2E0-6F64-4FF9-AB10-D97E618C49DF}">
      <dsp:nvSpPr>
        <dsp:cNvPr id="0" name=""/>
        <dsp:cNvSpPr/>
      </dsp:nvSpPr>
      <dsp:spPr>
        <a:xfrm>
          <a:off x="0" y="2855153"/>
          <a:ext cx="4683949" cy="230957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Grup 2: Hastalık yapabilir ancak yayılma riski düşük</a:t>
          </a:r>
        </a:p>
      </dsp:txBody>
      <dsp:txXfrm>
        <a:off x="112744" y="2967897"/>
        <a:ext cx="4458461" cy="208409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7FED9-48C0-4DED-8A9A-624C4C7BFCC4}">
      <dsp:nvSpPr>
        <dsp:cNvPr id="0" name=""/>
        <dsp:cNvSpPr/>
      </dsp:nvSpPr>
      <dsp:spPr>
        <a:xfrm>
          <a:off x="0" y="424613"/>
          <a:ext cx="4683949" cy="2309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Grup 3: Ciddi hastalık oluşturabilir</a:t>
          </a:r>
        </a:p>
      </dsp:txBody>
      <dsp:txXfrm>
        <a:off x="112744" y="537357"/>
        <a:ext cx="4458461" cy="2084091"/>
      </dsp:txXfrm>
    </dsp:sp>
    <dsp:sp modelId="{BEA57636-B7C4-4100-91ED-D1E5FF8E9F77}">
      <dsp:nvSpPr>
        <dsp:cNvPr id="0" name=""/>
        <dsp:cNvSpPr/>
      </dsp:nvSpPr>
      <dsp:spPr>
        <a:xfrm>
          <a:off x="0" y="2855153"/>
          <a:ext cx="4683949" cy="230957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Grup 4: Çok tehlikelidir ve tedavisi zor olabilir</a:t>
          </a:r>
        </a:p>
      </dsp:txBody>
      <dsp:txXfrm>
        <a:off x="112744" y="2967897"/>
        <a:ext cx="4458461" cy="208409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A6F9B-C15D-4D19-8F99-F66E08C82EFC}">
      <dsp:nvSpPr>
        <dsp:cNvPr id="0" name=""/>
        <dsp:cNvSpPr/>
      </dsp:nvSpPr>
      <dsp:spPr>
        <a:xfrm>
          <a:off x="0" y="657510"/>
          <a:ext cx="4683949" cy="1319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Gıda güvenliği</a:t>
          </a:r>
        </a:p>
      </dsp:txBody>
      <dsp:txXfrm>
        <a:off x="64397" y="721907"/>
        <a:ext cx="4555155" cy="1190381"/>
      </dsp:txXfrm>
    </dsp:sp>
    <dsp:sp modelId="{7C35EC70-3AC1-4F95-97E9-AC679A7DB590}">
      <dsp:nvSpPr>
        <dsp:cNvPr id="0" name=""/>
        <dsp:cNvSpPr/>
      </dsp:nvSpPr>
      <dsp:spPr>
        <a:xfrm>
          <a:off x="0" y="2135085"/>
          <a:ext cx="4683949" cy="131917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Soğuk zincir</a:t>
          </a:r>
        </a:p>
      </dsp:txBody>
      <dsp:txXfrm>
        <a:off x="64397" y="2199482"/>
        <a:ext cx="4555155" cy="1190381"/>
      </dsp:txXfrm>
    </dsp:sp>
    <dsp:sp modelId="{E687FF09-E81A-4B54-8434-90D99F83A8C3}">
      <dsp:nvSpPr>
        <dsp:cNvPr id="0" name=""/>
        <dsp:cNvSpPr/>
      </dsp:nvSpPr>
      <dsp:spPr>
        <a:xfrm>
          <a:off x="0" y="3612661"/>
          <a:ext cx="4683949" cy="131917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HACCP sistemi</a:t>
          </a:r>
        </a:p>
      </dsp:txBody>
      <dsp:txXfrm>
        <a:off x="64397" y="3677058"/>
        <a:ext cx="4555155" cy="119038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EA236-B6EA-4916-93D7-DD3493BA67B2}">
      <dsp:nvSpPr>
        <dsp:cNvPr id="0" name=""/>
        <dsp:cNvSpPr/>
      </dsp:nvSpPr>
      <dsp:spPr>
        <a:xfrm>
          <a:off x="0" y="593903"/>
          <a:ext cx="4683949" cy="2144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Zararlı organizmaları kontrol eden kimyasal ürünler</a:t>
          </a:r>
        </a:p>
      </dsp:txBody>
      <dsp:txXfrm>
        <a:off x="104691" y="698594"/>
        <a:ext cx="4474567" cy="1935228"/>
      </dsp:txXfrm>
    </dsp:sp>
    <dsp:sp modelId="{21B5E8AB-CD5A-4A0C-8E15-42F7EFE5FAA0}">
      <dsp:nvSpPr>
        <dsp:cNvPr id="0" name=""/>
        <dsp:cNvSpPr/>
      </dsp:nvSpPr>
      <dsp:spPr>
        <a:xfrm>
          <a:off x="0" y="2850833"/>
          <a:ext cx="4683949" cy="2144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İnsektisitler ve rodentisitler</a:t>
          </a:r>
        </a:p>
      </dsp:txBody>
      <dsp:txXfrm>
        <a:off x="104691" y="2955524"/>
        <a:ext cx="4474567" cy="193522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B01EA-0F49-42D3-ADE4-78C2218B0C0E}">
      <dsp:nvSpPr>
        <dsp:cNvPr id="0" name=""/>
        <dsp:cNvSpPr/>
      </dsp:nvSpPr>
      <dsp:spPr>
        <a:xfrm>
          <a:off x="0" y="355223"/>
          <a:ext cx="4683949" cy="1551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Risk değerlendirmesi yapmak</a:t>
          </a:r>
        </a:p>
      </dsp:txBody>
      <dsp:txXfrm>
        <a:off x="75734" y="430957"/>
        <a:ext cx="4532481" cy="1399952"/>
      </dsp:txXfrm>
    </dsp:sp>
    <dsp:sp modelId="{BDA1934D-52F1-4CC0-988E-F6A534026454}">
      <dsp:nvSpPr>
        <dsp:cNvPr id="0" name=""/>
        <dsp:cNvSpPr/>
      </dsp:nvSpPr>
      <dsp:spPr>
        <a:xfrm>
          <a:off x="0" y="2018963"/>
          <a:ext cx="4683949" cy="15514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Hijyen ölçümleri yaptırmak</a:t>
          </a:r>
        </a:p>
      </dsp:txBody>
      <dsp:txXfrm>
        <a:off x="75734" y="2094697"/>
        <a:ext cx="4532481" cy="1399952"/>
      </dsp:txXfrm>
    </dsp:sp>
    <dsp:sp modelId="{063F7A66-955D-4DB6-BA89-92E99A082BAF}">
      <dsp:nvSpPr>
        <dsp:cNvPr id="0" name=""/>
        <dsp:cNvSpPr/>
      </dsp:nvSpPr>
      <dsp:spPr>
        <a:xfrm>
          <a:off x="0" y="3682703"/>
          <a:ext cx="4683949" cy="15514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Çalışan sağlığını korumak</a:t>
          </a:r>
        </a:p>
      </dsp:txBody>
      <dsp:txXfrm>
        <a:off x="75734" y="3758437"/>
        <a:ext cx="4532481" cy="139995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04F10-B988-4269-A540-F757947FD10E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1BCC1-EF2C-45D8-B6D1-F236BF0335C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0E471-006B-47A0-9A68-A5955FEA82AB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İş hijyeni çalışan sağlığını korur</a:t>
          </a:r>
        </a:p>
      </dsp:txBody>
      <dsp:txXfrm>
        <a:off x="1844034" y="682"/>
        <a:ext cx="2839914" cy="1596566"/>
      </dsp:txXfrm>
    </dsp:sp>
    <dsp:sp modelId="{C032EFEB-6587-42E1-9753-A206D742C608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467D4-94F4-4C73-8D9C-D1E1080CC285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1D845-2C7F-479C-9178-4749925A1140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Meslek hastalıklarını önler</a:t>
          </a:r>
        </a:p>
      </dsp:txBody>
      <dsp:txXfrm>
        <a:off x="1844034" y="1996390"/>
        <a:ext cx="2839914" cy="1596566"/>
      </dsp:txXfrm>
    </dsp:sp>
    <dsp:sp modelId="{BEBE6CED-6EB4-4963-815A-BD117F9C3C44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CEC7F-F595-447B-95EB-1051973A6F30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764C6-BF9F-4FF4-9A8D-2CB113F76CFE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Güvenli çalışma ortamı sağlar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İş Hijyeni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6FB5F6-F99E-D0FF-8756-1484CDA4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41879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Dersin Amacı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C28D4B-02F9-01AD-FD7A-369631D83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66648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Hijyen Nedir?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A8A33-7BE0-315A-F6BE-5E5638147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34692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500"/>
              <a:t>Hijyenin Önemi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27B214-C1A7-6A81-C028-95F3EB22B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38505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İş Hijyeni Tanımı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FF2395-78E5-B0C7-DD89-1DDA69637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063744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7E4A6F-B289-418A-8C38-7508601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5D1D5-A3BD-44CF-8F90-2BD3BC029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3571875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038" y="1465188"/>
            <a:ext cx="2702498" cy="3927625"/>
          </a:xfrm>
        </p:spPr>
        <p:txBody>
          <a:bodyPr>
            <a:normAutofit/>
          </a:bodyPr>
          <a:lstStyle/>
          <a:p>
            <a:r>
              <a:rPr lang="tr-TR" sz="2800">
                <a:solidFill>
                  <a:srgbClr val="595959"/>
                </a:solidFill>
              </a:rPr>
              <a:t>Risk Etmenleri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EAED94-AC45-A718-EF39-AA2141DED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320072"/>
              </p:ext>
            </p:extLst>
          </p:nvPr>
        </p:nvGraphicFramePr>
        <p:xfrm>
          <a:off x="4748766" y="824023"/>
          <a:ext cx="3692156" cy="513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5400"/>
              <a:t>Fiziksel Risk Etmenleri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66EBE90-5285-3EBE-AAB9-8DDABBA6F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43772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tr-TR" sz="3500">
                <a:solidFill>
                  <a:srgbClr val="FFFFFF"/>
                </a:solidFill>
              </a:rPr>
              <a:t>Gürültü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790228-65F9-C3B1-6101-1736E9A04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6540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500"/>
              <a:t>Titreşim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20E3E4-01CA-6E60-0985-3E2330E5A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44560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500"/>
              <a:t>Titreşim Limitleri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8C8C78-8BBB-3405-55E3-B6BF6A80A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695248"/>
              </p:ext>
            </p:extLst>
          </p:nvPr>
        </p:nvGraphicFramePr>
        <p:xfrm>
          <a:off x="3700147" y="1136427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Termal Konfor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E199CD-520A-28F6-FD48-32215361A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158167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Aydınlatma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8C297A-BFA0-ADD9-A252-A55DEE0F3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86786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Aydınlatma Ölçümü</a:t>
            </a:r>
            <a:endParaRPr lang="tr-T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9E67AC-250B-A74D-03F7-A44F6424F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2522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5400"/>
              <a:t>Kimyasal Risk Etmenleri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0DF0EB-6CBE-E0C6-5F06-8BCD8AAA0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57439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5400"/>
              <a:t>Kimyasal Maddeler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7B4D55-A9C7-CD76-FF85-14F16B0DA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72949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0E6D84-D94E-0ACD-030B-F011B6898A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25" r="2167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Tehlikeli Kimyasallar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CD61E4-D60A-AFE5-9DE5-0E20E043D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52685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Toz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171DA5-477C-7035-3117-8F9F3C74C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22152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82" y="1598246"/>
            <a:ext cx="3470032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Pnömokonyoz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4745" y="1590840"/>
            <a:ext cx="4254132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Akciğerlerde toz birikmesi sonucu oluşan meslek hastalığı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5400"/>
              <a:t>Biyolojik Risk Etmenleri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9D83BE-6C76-90F4-2C79-76D30C19F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631648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000"/>
              <a:t>Biyolojik Etken Grupları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6CD0CC-CA42-984E-707D-7013430A4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0708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000"/>
              <a:t>Biyolojik Etken Grupları Devam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F629E0-4713-22CC-3B80-5E3A6485F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38305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Gıda Hijyeni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7ECF61-5099-A52E-1E28-73F0261DB3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70555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6000"/>
              <a:t>Biyosidal Ürünler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A3E02B-2A2F-6658-2BBB-49B988036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61138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3300"/>
              <a:t>İşverenin Yükümlülükleri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90F19C-6F4F-0126-6167-BE84D7DD4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13198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tr-TR" sz="7000"/>
              <a:t>Sonuç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3684486-B23B-24E5-7340-FEC5190EA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7878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4D1C68706CB9BA45AB53E79A3B0478D4" ma:contentTypeVersion="7" ma:contentTypeDescription="Yeni belge oluşturun." ma:contentTypeScope="" ma:versionID="f5a94038ab334a2a9f5a77b83d1f6beb">
  <xsd:schema xmlns:xsd="http://www.w3.org/2001/XMLSchema" xmlns:xs="http://www.w3.org/2001/XMLSchema" xmlns:p="http://schemas.microsoft.com/office/2006/metadata/properties" xmlns:ns2="a6a3d351-e3c3-4675-8edb-80517b370853" targetNamespace="http://schemas.microsoft.com/office/2006/metadata/properties" ma:root="true" ma:fieldsID="838a73f0ac4c26741ce03e80d5aca138" ns2:_="">
    <xsd:import namespace="a6a3d351-e3c3-4675-8edb-80517b3708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3d351-e3c3-4675-8edb-80517b3708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3D0035-4456-4795-8D04-DA3C6E0F545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9ED079-3CEE-40E3-821B-511DD131C3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94C29-3024-41F2-88F6-A533C1340A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a3d351-e3c3-4675-8edb-80517b3708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298</Words>
  <Application>Microsoft Office PowerPoint</Application>
  <PresentationFormat>Ekran Gösterisi (4:3)</PresentationFormat>
  <Paragraphs>101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6" baseType="lpstr">
      <vt:lpstr>Office Theme</vt:lpstr>
      <vt:lpstr>İş Hijyeni</vt:lpstr>
      <vt:lpstr>Dersin Amacı</vt:lpstr>
      <vt:lpstr>Hijyen Nedir?</vt:lpstr>
      <vt:lpstr>Hijyenin Önemi</vt:lpstr>
      <vt:lpstr>İş Hijyeni Tanımı</vt:lpstr>
      <vt:lpstr>Risk Etmenleri</vt:lpstr>
      <vt:lpstr>Fiziksel Risk Etmenleri</vt:lpstr>
      <vt:lpstr>Gürültü</vt:lpstr>
      <vt:lpstr>Titreşim</vt:lpstr>
      <vt:lpstr>Titreşim Limitleri</vt:lpstr>
      <vt:lpstr>Termal Konfor</vt:lpstr>
      <vt:lpstr>Aydınlatma</vt:lpstr>
      <vt:lpstr>Aydınlatma Ölçümü</vt:lpstr>
      <vt:lpstr>Kimyasal Risk Etmenleri</vt:lpstr>
      <vt:lpstr>Kimyasal Maddeler</vt:lpstr>
      <vt:lpstr>Tehlikeli Kimyasallar</vt:lpstr>
      <vt:lpstr>Toz</vt:lpstr>
      <vt:lpstr>Pnömokonyoz</vt:lpstr>
      <vt:lpstr>Biyolojik Risk Etmenleri</vt:lpstr>
      <vt:lpstr>Biyolojik Etken Grupları</vt:lpstr>
      <vt:lpstr>Biyolojik Etken Grupları Devam</vt:lpstr>
      <vt:lpstr>Gıda Hijyeni</vt:lpstr>
      <vt:lpstr>Biyosidal Ürünler</vt:lpstr>
      <vt:lpstr>İşverenin Yükümlülükleri</vt:lpstr>
      <vt:lpstr>Sonuç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mesut tekbaş</dc:creator>
  <cp:keywords/>
  <dc:description>generated using python-pptx</dc:description>
  <cp:lastModifiedBy>mesut tekbaş</cp:lastModifiedBy>
  <cp:revision>3</cp:revision>
  <dcterms:created xsi:type="dcterms:W3CDTF">2013-01-27T09:14:16Z</dcterms:created>
  <dcterms:modified xsi:type="dcterms:W3CDTF">2026-04-06T18:38:58Z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0x0101004D1C68706CB9BA45AB53E79A3B0478D4</vt:lpwstr>
  </property>
</Properties>
</file>
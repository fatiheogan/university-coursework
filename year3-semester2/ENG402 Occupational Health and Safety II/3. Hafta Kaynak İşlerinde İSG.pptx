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3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BE41B7-B6AF-F122-C681-A6924B4522B3}" v="1" dt="2026-04-06T08:05:30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ĞAÇ KARADENİZ" userId="S::b.karadeniz2023@gtu.edu.tr::aee98114-0a11-4624-9820-0610bf497c2e" providerId="AD" clId="Web-{C9BE41B7-B6AF-F122-C681-A6924B4522B3}"/>
    <pc:docChg chg="delSld">
      <pc:chgData name="BOĞAÇ KARADENİZ" userId="S::b.karadeniz2023@gtu.edu.tr::aee98114-0a11-4624-9820-0610bf497c2e" providerId="AD" clId="Web-{C9BE41B7-B6AF-F122-C681-A6924B4522B3}" dt="2026-04-06T08:05:30.146" v="0"/>
      <pc:docMkLst>
        <pc:docMk/>
      </pc:docMkLst>
      <pc:sldChg chg="del">
        <pc:chgData name="BOĞAÇ KARADENİZ" userId="S::b.karadeniz2023@gtu.edu.tr::aee98114-0a11-4624-9820-0610bf497c2e" providerId="AD" clId="Web-{C9BE41B7-B6AF-F122-C681-A6924B4522B3}" dt="2026-04-06T08:05:30.146" v="0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6d7a4cdd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6d7a4cdd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6d7a4cdd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6d7a4cdd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6d7a4cdd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6d7a4cdd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6d7a4cdd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6d7a4cdd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6d7a4cdd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6d7a4cdd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6d7a4cdd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6d7a4cddf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6d7a4cdd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6d7a4cdd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6d7a4cdd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6d7a4cdd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descr="kaynak nedir? neden önemlidir? isg açısından önemi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descr="kaynak nedir? neden önemlidir? isg açısından önemi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descr="kaynak nedir? neden önemlidir? isg açısından önemi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descr="kaynak türleri, elektrik ark kaynakları, gaz kaynakları,nelerdir? başlıca riskler nelerdir riskleri açıkla? çalışma ortamı nasıl olmalıdır? güvenlik önlemleri nelerdir? Kişisel koruyucu donanımlar nelerdir? sağlık kontrolleri nedir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 descr="kaynak türleri, elektrik ark kaynakları, gaz kaynakları,nelerdir? başlıca riskler nelerdir riskleri açıkla? çalışma ortamı nasıl olmalıdır? güvenlik önlemleri nelerdir? Kişisel koruyucu donanımlar nelerdir? sağlık kontrolleri nedir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 descr="kaynak türleri, elektrik ark kaynakları, gaz kaynakları,nelerdir? başlıca riskler nelerdir riskleri açıkla? çalışma ortamı nasıl olmalıdır? güvenlik önlemleri nelerdir? Kişisel koruyucu donanımlar nelerdir? sağlık kontrolleri nedir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 descr="kaynak türleri, elektrik ark kaynakları, gaz kaynakları,nelerdir? başlıca riskler nelerdir riskleri açıkla? çalışma ortamı nasıl olmalıdır? güvenlik önlemleri nelerdir? Kişisel koruyucu donanımlar nelerdir? sağlık kontrolleri nedir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 descr="kaynak işlerinde isg, işveren işçi mühendis açısından sunumu değerlendir.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4D1C68706CB9BA45AB53E79A3B0478D4" ma:contentTypeVersion="7" ma:contentTypeDescription="Yeni belge oluşturun." ma:contentTypeScope="" ma:versionID="f5a94038ab334a2a9f5a77b83d1f6beb">
  <xsd:schema xmlns:xsd="http://www.w3.org/2001/XMLSchema" xmlns:xs="http://www.w3.org/2001/XMLSchema" xmlns:p="http://schemas.microsoft.com/office/2006/metadata/properties" xmlns:ns2="a6a3d351-e3c3-4675-8edb-80517b370853" targetNamespace="http://schemas.microsoft.com/office/2006/metadata/properties" ma:root="true" ma:fieldsID="838a73f0ac4c26741ce03e80d5aca138" ns2:_="">
    <xsd:import namespace="a6a3d351-e3c3-4675-8edb-80517b3708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a3d351-e3c3-4675-8edb-80517b3708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D0CD6FE-6DE2-441B-9856-A19EC0D4857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8273FA8-26F7-4BA6-BD83-684B7EC9AC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AB81B6-E5E9-4D7C-A558-951AB0AAD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a3d351-e3c3-4675-8edb-80517b37085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terms:modified xsi:type="dcterms:W3CDTF">2026-04-06T17:14:32Z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0x0101004D1C68706CB9BA45AB53E79A3B0478D4</vt:lpwstr>
  </property>
</Properties>
</file>
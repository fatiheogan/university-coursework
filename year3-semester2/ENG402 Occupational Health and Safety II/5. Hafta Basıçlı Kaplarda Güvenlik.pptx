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40C543-AD11-5DA9-3697-6E51EBB83208}" v="3" dt="2026-04-06T05:27:15.637"/>
    <p1510:client id="{67DE36D6-922C-8BB0-8DEC-D6835840E0A0}" v="1" dt="2026-04-06T16:57:51.7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KCAN AYÇETİN" userId="S::b.aycetin2023@gtu.edu.tr::80800285-c4d2-465e-a32b-dec9b0d88c85" providerId="AD" clId="Web-{4240C543-AD11-5DA9-3697-6E51EBB83208}"/>
    <pc:docChg chg="modSld">
      <pc:chgData name="BERKCAN AYÇETİN" userId="S::b.aycetin2023@gtu.edu.tr::80800285-c4d2-465e-a32b-dec9b0d88c85" providerId="AD" clId="Web-{4240C543-AD11-5DA9-3697-6E51EBB83208}" dt="2026-04-06T05:27:15.637" v="2" actId="1076"/>
      <pc:docMkLst>
        <pc:docMk/>
      </pc:docMkLst>
      <pc:sldChg chg="modSp">
        <pc:chgData name="BERKCAN AYÇETİN" userId="S::b.aycetin2023@gtu.edu.tr::80800285-c4d2-465e-a32b-dec9b0d88c85" providerId="AD" clId="Web-{4240C543-AD11-5DA9-3697-6E51EBB83208}" dt="2026-04-06T05:27:15.637" v="2" actId="1076"/>
        <pc:sldMkLst>
          <pc:docMk/>
          <pc:sldMk cId="0" sldId="264"/>
        </pc:sldMkLst>
        <pc:picChg chg="mod">
          <ac:chgData name="BERKCAN AYÇETİN" userId="S::b.aycetin2023@gtu.edu.tr::80800285-c4d2-465e-a32b-dec9b0d88c85" providerId="AD" clId="Web-{4240C543-AD11-5DA9-3697-6E51EBB83208}" dt="2026-04-06T05:27:15.637" v="2" actId="1076"/>
          <ac:picMkLst>
            <pc:docMk/>
            <pc:sldMk cId="0" sldId="264"/>
            <ac:picMk id="94" creationId="{00000000-0000-0000-0000-000000000000}"/>
          </ac:picMkLst>
        </pc:picChg>
      </pc:sldChg>
      <pc:sldChg chg="modSp">
        <pc:chgData name="BERKCAN AYÇETİN" userId="S::b.aycetin2023@gtu.edu.tr::80800285-c4d2-465e-a32b-dec9b0d88c85" providerId="AD" clId="Web-{4240C543-AD11-5DA9-3697-6E51EBB83208}" dt="2026-04-06T05:27:12.183" v="0" actId="1076"/>
        <pc:sldMkLst>
          <pc:docMk/>
          <pc:sldMk cId="0" sldId="265"/>
        </pc:sldMkLst>
        <pc:picChg chg="mod">
          <ac:chgData name="BERKCAN AYÇETİN" userId="S::b.aycetin2023@gtu.edu.tr::80800285-c4d2-465e-a32b-dec9b0d88c85" providerId="AD" clId="Web-{4240C543-AD11-5DA9-3697-6E51EBB83208}" dt="2026-04-06T05:27:12.183" v="0" actId="1076"/>
          <ac:picMkLst>
            <pc:docMk/>
            <pc:sldMk cId="0" sldId="265"/>
            <ac:picMk id="99" creationId="{00000000-0000-0000-0000-000000000000}"/>
          </ac:picMkLst>
        </pc:picChg>
      </pc:sldChg>
    </pc:docChg>
  </pc:docChgLst>
  <pc:docChgLst>
    <pc:chgData name="MUHAMMED ALİ CİHAN SIRTIKARA" userId="S::m.sirtikara2022@gtu.edu.tr::959c227f-726c-4e75-a447-de178893aee4" providerId="AD" clId="Web-{67DE36D6-922C-8BB0-8DEC-D6835840E0A0}"/>
    <pc:docChg chg="modSld">
      <pc:chgData name="MUHAMMED ALİ CİHAN SIRTIKARA" userId="S::m.sirtikara2022@gtu.edu.tr::959c227f-726c-4e75-a447-de178893aee4" providerId="AD" clId="Web-{67DE36D6-922C-8BB0-8DEC-D6835840E0A0}" dt="2026-04-06T16:57:51.708" v="0" actId="1076"/>
      <pc:docMkLst>
        <pc:docMk/>
      </pc:docMkLst>
      <pc:sldChg chg="modSp">
        <pc:chgData name="MUHAMMED ALİ CİHAN SIRTIKARA" userId="S::m.sirtikara2022@gtu.edu.tr::959c227f-726c-4e75-a447-de178893aee4" providerId="AD" clId="Web-{67DE36D6-922C-8BB0-8DEC-D6835840E0A0}" dt="2026-04-06T16:57:51.708" v="0" actId="1076"/>
        <pc:sldMkLst>
          <pc:docMk/>
          <pc:sldMk cId="0" sldId="265"/>
        </pc:sldMkLst>
        <pc:picChg chg="mod">
          <ac:chgData name="MUHAMMED ALİ CİHAN SIRTIKARA" userId="S::m.sirtikara2022@gtu.edu.tr::959c227f-726c-4e75-a447-de178893aee4" providerId="AD" clId="Web-{67DE36D6-922C-8BB0-8DEC-D6835840E0A0}" dt="2026-04-06T16:57:51.708" v="0" actId="1076"/>
          <ac:picMkLst>
            <pc:docMk/>
            <pc:sldMk cId="0" sldId="265"/>
            <ac:picMk id="9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d48c83c89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d48c83c89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d48c83c893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8c83c89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d48c83c89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d48c83c89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d48c83c893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d48c83c89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d48c83c893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d48c83c893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d48c83c893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d48c83c89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48c83c893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8c83c89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d48c83c893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d48c83c893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d48c83c893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d48c83c893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d48c83c893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d48c83c89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d48c83c893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d48c83c89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d48c83c893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d48c83c893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4"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5"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6"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7"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8"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9"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20" descr="asınçlı kaplarda güvenlik, Basınçlı kap nedir? basınçlı kap çeşitleri ve sınıflandırılması,BASINÇLI KAPLARIN OLUŞTURDUĞU TEHLİKELER VE KORUNMA TEDBİRLERİ, KAZANLARDA GÜVENLİK, kazanlarda PERİYODİK KONTROLLER, KOMPRESÖRLERDE GÜVENLİK, BASINÇLI TÜPLER NEDİR? TÜRLERİ YAYGIN OLARAK KULLANILAN ENDÜSTRİYEL GAZLAR BASINÇLI TÜP VE VALF STANDARTLARI, BASINÇLI KAP TESTLERİNİ İÇEREN SUNU OLUŞTUR. "/>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21" descr="bu konuyla alakalı birkaç slayt daha ekle"/>
          <p:cNvPicPr preferRelativeResize="0"/>
          <p:nvPr/>
        </p:nvPicPr>
        <p:blipFill>
          <a:blip r:embed="rId3">
            <a:alphaModFix/>
          </a:blip>
          <a:stretch>
            <a:fillRect/>
          </a:stretch>
        </p:blipFill>
        <p:spPr>
          <a:xfrm>
            <a:off x="3444"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22" descr="bu konuyla alakalı birkaç slayt daha ekle"/>
          <p:cNvPicPr preferRelativeResize="0"/>
          <p:nvPr/>
        </p:nvPicPr>
        <p:blipFill>
          <a:blip r:embed="rId3">
            <a:alphaModFix/>
          </a:blip>
          <a:stretch>
            <a:fillRect/>
          </a:stretch>
        </p:blipFill>
        <p:spPr>
          <a:xfrm>
            <a:off x="-1139" y="2292"/>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3" descr="bu konuyla alakalı birkaç slayt daha ekle"/>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24" descr="evraksal bazda ne yapılması gerekli ise onun içinde hazırla"/>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Belge" ma:contentTypeID="0x0101004D1C68706CB9BA45AB53E79A3B0478D4" ma:contentTypeVersion="7" ma:contentTypeDescription="Yeni belge oluşturun." ma:contentTypeScope="" ma:versionID="f5a94038ab334a2a9f5a77b83d1f6beb">
  <xsd:schema xmlns:xsd="http://www.w3.org/2001/XMLSchema" xmlns:xs="http://www.w3.org/2001/XMLSchema" xmlns:p="http://schemas.microsoft.com/office/2006/metadata/properties" xmlns:ns2="a6a3d351-e3c3-4675-8edb-80517b370853" targetNamespace="http://schemas.microsoft.com/office/2006/metadata/properties" ma:root="true" ma:fieldsID="838a73f0ac4c26741ce03e80d5aca138" ns2:_="">
    <xsd:import namespace="a6a3d351-e3c3-4675-8edb-80517b37085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a3d351-e3c3-4675-8edb-80517b3708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DF87B0-893B-4FE1-9A6F-B30F83E055C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D2DFE42-6447-4688-A456-C0C6BA131C3A}">
  <ds:schemaRefs>
    <ds:schemaRef ds:uri="a6a3d351-e3c3-4675-8edb-80517b3708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72929F7-9A42-4EA0-A5EA-6C92ADB41FB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2026-04-06T16:58:29Z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0x0101004D1C68706CB9BA45AB53E79A3B0478D4</vt:lpwstr>
  </property>
</Properties>
</file>